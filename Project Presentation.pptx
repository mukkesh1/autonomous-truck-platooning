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6" r:id="rId1"/>
  </p:sldMasterIdLst>
  <p:sldIdLst>
    <p:sldId id="256" r:id="rId2"/>
    <p:sldId id="257" r:id="rId3"/>
    <p:sldId id="258" r:id="rId4"/>
    <p:sldId id="259" r:id="rId5"/>
    <p:sldId id="260" r:id="rId6"/>
    <p:sldId id="261" r:id="rId7"/>
    <p:sldId id="262" r:id="rId8"/>
    <p:sldId id="264" r:id="rId9"/>
    <p:sldId id="265" r:id="rId1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C1E6E41-4195-92C3-07A3-DDCD390C1E25}" v="1105" dt="2024-04-24T02:07:04.798"/>
    <p1510:client id="{6A4F8B20-1F67-2D9C-B67D-9D26B5E26672}" v="69" dt="2024-04-23T23:09:57.189"/>
    <p1510:client id="{6C211526-E084-A9BB-25FD-14D52C545C72}" v="177" dt="2024-04-24T02:02:21.614"/>
    <p1510:client id="{920DDDB1-07C4-DF1F-25A1-6892DF79585B}" v="13" dt="2024-04-24T13:50:33.12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cSldViewPr>
  </p:slide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6"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5" Type="http://schemas.microsoft.com/office/2016/11/relationships/changesInfo" Target="changesInfos/changesInfo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Rakshitha Kandavara Jayarama" userId="S::rkandava@syr.edu::71e27d18-117d-47c9-9aa3-8a15a1e604cd" providerId="AD" clId="Web-{5C1E6E41-4195-92C3-07A3-DDCD390C1E25}"/>
    <pc:docChg chg="addSld delSld modSld addMainMaster delMainMaster">
      <pc:chgData name="Rakshitha Kandavara Jayarama" userId="S::rkandava@syr.edu::71e27d18-117d-47c9-9aa3-8a15a1e604cd" providerId="AD" clId="Web-{5C1E6E41-4195-92C3-07A3-DDCD390C1E25}" dt="2024-04-24T02:07:04.798" v="1120" actId="20577"/>
      <pc:docMkLst>
        <pc:docMk/>
      </pc:docMkLst>
      <pc:sldChg chg="addSp delSp modSp new mod setBg modClrScheme chgLayout">
        <pc:chgData name="Rakshitha Kandavara Jayarama" userId="S::rkandava@syr.edu::71e27d18-117d-47c9-9aa3-8a15a1e604cd" providerId="AD" clId="Web-{5C1E6E41-4195-92C3-07A3-DDCD390C1E25}" dt="2024-04-24T01:18:08.306" v="865" actId="20577"/>
        <pc:sldMkLst>
          <pc:docMk/>
          <pc:sldMk cId="2536778600" sldId="256"/>
        </pc:sldMkLst>
        <pc:spChg chg="mod ord">
          <ac:chgData name="Rakshitha Kandavara Jayarama" userId="S::rkandava@syr.edu::71e27d18-117d-47c9-9aa3-8a15a1e604cd" providerId="AD" clId="Web-{5C1E6E41-4195-92C3-07A3-DDCD390C1E25}" dt="2024-04-24T00:36:23.359" v="497" actId="1076"/>
          <ac:spMkLst>
            <pc:docMk/>
            <pc:sldMk cId="2536778600" sldId="256"/>
            <ac:spMk id="2" creationId="{79603067-3A17-80E8-B2FB-4F205367B788}"/>
          </ac:spMkLst>
        </pc:spChg>
        <pc:spChg chg="mod ord">
          <ac:chgData name="Rakshitha Kandavara Jayarama" userId="S::rkandava@syr.edu::71e27d18-117d-47c9-9aa3-8a15a1e604cd" providerId="AD" clId="Web-{5C1E6E41-4195-92C3-07A3-DDCD390C1E25}" dt="2024-04-24T01:18:08.306" v="865" actId="20577"/>
          <ac:spMkLst>
            <pc:docMk/>
            <pc:sldMk cId="2536778600" sldId="256"/>
            <ac:spMk id="3" creationId="{0ABDF16B-01E0-71D9-1112-F7235A91909C}"/>
          </ac:spMkLst>
        </pc:spChg>
        <pc:spChg chg="add del">
          <ac:chgData name="Rakshitha Kandavara Jayarama" userId="S::rkandava@syr.edu::71e27d18-117d-47c9-9aa3-8a15a1e604cd" providerId="AD" clId="Web-{5C1E6E41-4195-92C3-07A3-DDCD390C1E25}" dt="2024-04-24T00:34:24.726" v="467"/>
          <ac:spMkLst>
            <pc:docMk/>
            <pc:sldMk cId="2536778600" sldId="256"/>
            <ac:spMk id="9" creationId="{0DC895F7-4E59-40FB-87DD-ACE47F94C143}"/>
          </ac:spMkLst>
        </pc:spChg>
        <pc:spChg chg="add del">
          <ac:chgData name="Rakshitha Kandavara Jayarama" userId="S::rkandava@syr.edu::71e27d18-117d-47c9-9aa3-8a15a1e604cd" providerId="AD" clId="Web-{5C1E6E41-4195-92C3-07A3-DDCD390C1E25}" dt="2024-04-24T00:35:14.511" v="475"/>
          <ac:spMkLst>
            <pc:docMk/>
            <pc:sldMk cId="2536778600" sldId="256"/>
            <ac:spMk id="13" creationId="{0DC895F7-4E59-40FB-87DD-ACE47F94C143}"/>
          </ac:spMkLst>
        </pc:spChg>
        <pc:spChg chg="add del">
          <ac:chgData name="Rakshitha Kandavara Jayarama" userId="S::rkandava@syr.edu::71e27d18-117d-47c9-9aa3-8a15a1e604cd" providerId="AD" clId="Web-{5C1E6E41-4195-92C3-07A3-DDCD390C1E25}" dt="2024-04-24T00:34:59.463" v="470"/>
          <ac:spMkLst>
            <pc:docMk/>
            <pc:sldMk cId="2536778600" sldId="256"/>
            <ac:spMk id="20" creationId="{0DC895F7-4E59-40FB-87DD-ACE47F94C143}"/>
          </ac:spMkLst>
        </pc:spChg>
        <pc:spChg chg="add del">
          <ac:chgData name="Rakshitha Kandavara Jayarama" userId="S::rkandava@syr.edu::71e27d18-117d-47c9-9aa3-8a15a1e604cd" providerId="AD" clId="Web-{5C1E6E41-4195-92C3-07A3-DDCD390C1E25}" dt="2024-04-24T00:35:03.338" v="472"/>
          <ac:spMkLst>
            <pc:docMk/>
            <pc:sldMk cId="2536778600" sldId="256"/>
            <ac:spMk id="24" creationId="{C727912B-C157-4CDB-8486-00E702D36C1C}"/>
          </ac:spMkLst>
        </pc:spChg>
        <pc:spChg chg="add del">
          <ac:chgData name="Rakshitha Kandavara Jayarama" userId="S::rkandava@syr.edu::71e27d18-117d-47c9-9aa3-8a15a1e604cd" providerId="AD" clId="Web-{5C1E6E41-4195-92C3-07A3-DDCD390C1E25}" dt="2024-04-24T00:35:14.480" v="474"/>
          <ac:spMkLst>
            <pc:docMk/>
            <pc:sldMk cId="2536778600" sldId="256"/>
            <ac:spMk id="28" creationId="{0DC895F7-4E59-40FB-87DD-ACE47F94C143}"/>
          </ac:spMkLst>
        </pc:spChg>
        <pc:spChg chg="add">
          <ac:chgData name="Rakshitha Kandavara Jayarama" userId="S::rkandava@syr.edu::71e27d18-117d-47c9-9aa3-8a15a1e604cd" providerId="AD" clId="Web-{5C1E6E41-4195-92C3-07A3-DDCD390C1E25}" dt="2024-04-24T00:35:14.511" v="475"/>
          <ac:spMkLst>
            <pc:docMk/>
            <pc:sldMk cId="2536778600" sldId="256"/>
            <ac:spMk id="33" creationId="{C727912B-C157-4CDB-8486-00E702D36C1C}"/>
          </ac:spMkLst>
        </pc:spChg>
        <pc:picChg chg="add del">
          <ac:chgData name="Rakshitha Kandavara Jayarama" userId="S::rkandava@syr.edu::71e27d18-117d-47c9-9aa3-8a15a1e604cd" providerId="AD" clId="Web-{5C1E6E41-4195-92C3-07A3-DDCD390C1E25}" dt="2024-04-24T00:34:24.726" v="467"/>
          <ac:picMkLst>
            <pc:docMk/>
            <pc:sldMk cId="2536778600" sldId="256"/>
            <ac:picMk id="5" creationId="{60D5FDFD-0A4F-2FF8-C65F-89E7F1C392AD}"/>
          </ac:picMkLst>
        </pc:picChg>
        <pc:picChg chg="add del">
          <ac:chgData name="Rakshitha Kandavara Jayarama" userId="S::rkandava@syr.edu::71e27d18-117d-47c9-9aa3-8a15a1e604cd" providerId="AD" clId="Web-{5C1E6E41-4195-92C3-07A3-DDCD390C1E25}" dt="2024-04-24T00:34:24.726" v="467"/>
          <ac:picMkLst>
            <pc:docMk/>
            <pc:sldMk cId="2536778600" sldId="256"/>
            <ac:picMk id="11" creationId="{1A4C720E-710D-44F8-A8D7-2BAA61E1814B}"/>
          </ac:picMkLst>
        </pc:picChg>
        <pc:picChg chg="add mod">
          <ac:chgData name="Rakshitha Kandavara Jayarama" userId="S::rkandava@syr.edu::71e27d18-117d-47c9-9aa3-8a15a1e604cd" providerId="AD" clId="Web-{5C1E6E41-4195-92C3-07A3-DDCD390C1E25}" dt="2024-04-24T00:35:14.511" v="475"/>
          <ac:picMkLst>
            <pc:docMk/>
            <pc:sldMk cId="2536778600" sldId="256"/>
            <ac:picMk id="14" creationId="{7A0B31BA-05D4-251D-0724-6402ABD8E219}"/>
          </ac:picMkLst>
        </pc:picChg>
        <pc:picChg chg="add del">
          <ac:chgData name="Rakshitha Kandavara Jayarama" userId="S::rkandava@syr.edu::71e27d18-117d-47c9-9aa3-8a15a1e604cd" providerId="AD" clId="Web-{5C1E6E41-4195-92C3-07A3-DDCD390C1E25}" dt="2024-04-24T00:35:14.511" v="475"/>
          <ac:picMkLst>
            <pc:docMk/>
            <pc:sldMk cId="2536778600" sldId="256"/>
            <ac:picMk id="15" creationId="{1A4C720E-710D-44F8-A8D7-2BAA61E1814B}"/>
          </ac:picMkLst>
        </pc:picChg>
        <pc:picChg chg="add del">
          <ac:chgData name="Rakshitha Kandavara Jayarama" userId="S::rkandava@syr.edu::71e27d18-117d-47c9-9aa3-8a15a1e604cd" providerId="AD" clId="Web-{5C1E6E41-4195-92C3-07A3-DDCD390C1E25}" dt="2024-04-24T00:34:59.463" v="470"/>
          <ac:picMkLst>
            <pc:docMk/>
            <pc:sldMk cId="2536778600" sldId="256"/>
            <ac:picMk id="22" creationId="{1A4C720E-710D-44F8-A8D7-2BAA61E1814B}"/>
          </ac:picMkLst>
        </pc:picChg>
        <pc:picChg chg="add del">
          <ac:chgData name="Rakshitha Kandavara Jayarama" userId="S::rkandava@syr.edu::71e27d18-117d-47c9-9aa3-8a15a1e604cd" providerId="AD" clId="Web-{5C1E6E41-4195-92C3-07A3-DDCD390C1E25}" dt="2024-04-24T00:35:03.338" v="472"/>
          <ac:picMkLst>
            <pc:docMk/>
            <pc:sldMk cId="2536778600" sldId="256"/>
            <ac:picMk id="25" creationId="{8EC1A43B-D167-4E96-B7AD-61D3D9225CBB}"/>
          </ac:picMkLst>
        </pc:picChg>
        <pc:picChg chg="add del">
          <ac:chgData name="Rakshitha Kandavara Jayarama" userId="S::rkandava@syr.edu::71e27d18-117d-47c9-9aa3-8a15a1e604cd" providerId="AD" clId="Web-{5C1E6E41-4195-92C3-07A3-DDCD390C1E25}" dt="2024-04-24T00:35:03.338" v="472"/>
          <ac:picMkLst>
            <pc:docMk/>
            <pc:sldMk cId="2536778600" sldId="256"/>
            <ac:picMk id="26" creationId="{86623E07-B4B3-43D5-AB6E-5FD9A1C11D35}"/>
          </ac:picMkLst>
        </pc:picChg>
        <pc:picChg chg="add del">
          <ac:chgData name="Rakshitha Kandavara Jayarama" userId="S::rkandava@syr.edu::71e27d18-117d-47c9-9aa3-8a15a1e604cd" providerId="AD" clId="Web-{5C1E6E41-4195-92C3-07A3-DDCD390C1E25}" dt="2024-04-24T00:35:14.480" v="474"/>
          <ac:picMkLst>
            <pc:docMk/>
            <pc:sldMk cId="2536778600" sldId="256"/>
            <ac:picMk id="29" creationId="{1A4C720E-710D-44F8-A8D7-2BAA61E1814B}"/>
          </ac:picMkLst>
        </pc:picChg>
        <pc:picChg chg="add">
          <ac:chgData name="Rakshitha Kandavara Jayarama" userId="S::rkandava@syr.edu::71e27d18-117d-47c9-9aa3-8a15a1e604cd" providerId="AD" clId="Web-{5C1E6E41-4195-92C3-07A3-DDCD390C1E25}" dt="2024-04-24T00:35:14.511" v="475"/>
          <ac:picMkLst>
            <pc:docMk/>
            <pc:sldMk cId="2536778600" sldId="256"/>
            <ac:picMk id="31" creationId="{8EC1A43B-D167-4E96-B7AD-61D3D9225CBB}"/>
          </ac:picMkLst>
        </pc:picChg>
        <pc:picChg chg="add">
          <ac:chgData name="Rakshitha Kandavara Jayarama" userId="S::rkandava@syr.edu::71e27d18-117d-47c9-9aa3-8a15a1e604cd" providerId="AD" clId="Web-{5C1E6E41-4195-92C3-07A3-DDCD390C1E25}" dt="2024-04-24T00:35:14.511" v="475"/>
          <ac:picMkLst>
            <pc:docMk/>
            <pc:sldMk cId="2536778600" sldId="256"/>
            <ac:picMk id="32" creationId="{86623E07-B4B3-43D5-AB6E-5FD9A1C11D35}"/>
          </ac:picMkLst>
        </pc:picChg>
      </pc:sldChg>
      <pc:sldChg chg="addSp delSp modSp new mod setBg modClrScheme setClrOvrMap chgLayout">
        <pc:chgData name="Rakshitha Kandavara Jayarama" userId="S::rkandava@syr.edu::71e27d18-117d-47c9-9aa3-8a15a1e604cd" providerId="AD" clId="Web-{5C1E6E41-4195-92C3-07A3-DDCD390C1E25}" dt="2024-04-24T01:00:22.658" v="791"/>
        <pc:sldMkLst>
          <pc:docMk/>
          <pc:sldMk cId="3600457823" sldId="257"/>
        </pc:sldMkLst>
        <pc:spChg chg="mod ord">
          <ac:chgData name="Rakshitha Kandavara Jayarama" userId="S::rkandava@syr.edu::71e27d18-117d-47c9-9aa3-8a15a1e604cd" providerId="AD" clId="Web-{5C1E6E41-4195-92C3-07A3-DDCD390C1E25}" dt="2024-04-24T01:00:22.658" v="791"/>
          <ac:spMkLst>
            <pc:docMk/>
            <pc:sldMk cId="3600457823" sldId="257"/>
            <ac:spMk id="2" creationId="{722949D2-478D-A6E8-D9D4-A69039406D90}"/>
          </ac:spMkLst>
        </pc:spChg>
        <pc:spChg chg="mod ord">
          <ac:chgData name="Rakshitha Kandavara Jayarama" userId="S::rkandava@syr.edu::71e27d18-117d-47c9-9aa3-8a15a1e604cd" providerId="AD" clId="Web-{5C1E6E41-4195-92C3-07A3-DDCD390C1E25}" dt="2024-04-24T01:00:22.658" v="791"/>
          <ac:spMkLst>
            <pc:docMk/>
            <pc:sldMk cId="3600457823" sldId="257"/>
            <ac:spMk id="3" creationId="{F3360913-0774-0D0C-D629-EB52EB97CDE4}"/>
          </ac:spMkLst>
        </pc:spChg>
        <pc:spChg chg="add del">
          <ac:chgData name="Rakshitha Kandavara Jayarama" userId="S::rkandava@syr.edu::71e27d18-117d-47c9-9aa3-8a15a1e604cd" providerId="AD" clId="Web-{5C1E6E41-4195-92C3-07A3-DDCD390C1E25}" dt="2024-04-24T01:00:22.658" v="791"/>
          <ac:spMkLst>
            <pc:docMk/>
            <pc:sldMk cId="3600457823" sldId="257"/>
            <ac:spMk id="8" creationId="{50E53EDA-3B94-4F6B-9E86-D3BB9EBB9616}"/>
          </ac:spMkLst>
        </pc:spChg>
        <pc:spChg chg="add del">
          <ac:chgData name="Rakshitha Kandavara Jayarama" userId="S::rkandava@syr.edu::71e27d18-117d-47c9-9aa3-8a15a1e604cd" providerId="AD" clId="Web-{5C1E6E41-4195-92C3-07A3-DDCD390C1E25}" dt="2024-04-24T00:37:35.239" v="504"/>
          <ac:spMkLst>
            <pc:docMk/>
            <pc:sldMk cId="3600457823" sldId="257"/>
            <ac:spMk id="9" creationId="{CBD94887-6A10-4F62-8EE1-B2BCFA1F380F}"/>
          </ac:spMkLst>
        </pc:spChg>
        <pc:spChg chg="add">
          <ac:chgData name="Rakshitha Kandavara Jayarama" userId="S::rkandava@syr.edu::71e27d18-117d-47c9-9aa3-8a15a1e604cd" providerId="AD" clId="Web-{5C1E6E41-4195-92C3-07A3-DDCD390C1E25}" dt="2024-04-24T01:00:22.658" v="791"/>
          <ac:spMkLst>
            <pc:docMk/>
            <pc:sldMk cId="3600457823" sldId="257"/>
            <ac:spMk id="12" creationId="{E1EB41F2-E181-4D4D-9131-A30F6B0AE596}"/>
          </ac:spMkLst>
        </pc:spChg>
        <pc:spChg chg="add">
          <ac:chgData name="Rakshitha Kandavara Jayarama" userId="S::rkandava@syr.edu::71e27d18-117d-47c9-9aa3-8a15a1e604cd" providerId="AD" clId="Web-{5C1E6E41-4195-92C3-07A3-DDCD390C1E25}" dt="2024-04-24T01:00:22.658" v="791"/>
          <ac:spMkLst>
            <pc:docMk/>
            <pc:sldMk cId="3600457823" sldId="257"/>
            <ac:spMk id="17" creationId="{3D63CC92-C517-4C71-9222-4579252CD62E}"/>
          </ac:spMkLst>
        </pc:spChg>
        <pc:picChg chg="add del">
          <ac:chgData name="Rakshitha Kandavara Jayarama" userId="S::rkandava@syr.edu::71e27d18-117d-47c9-9aa3-8a15a1e604cd" providerId="AD" clId="Web-{5C1E6E41-4195-92C3-07A3-DDCD390C1E25}" dt="2024-04-24T00:37:28.598" v="502"/>
          <ac:picMkLst>
            <pc:docMk/>
            <pc:sldMk cId="3600457823" sldId="257"/>
            <ac:picMk id="5" creationId="{4F53AB9A-6B2F-1860-B591-3D7DFD887A09}"/>
          </ac:picMkLst>
        </pc:picChg>
        <pc:picChg chg="add del">
          <ac:chgData name="Rakshitha Kandavara Jayarama" userId="S::rkandava@syr.edu::71e27d18-117d-47c9-9aa3-8a15a1e604cd" providerId="AD" clId="Web-{5C1E6E41-4195-92C3-07A3-DDCD390C1E25}" dt="2024-04-24T00:37:35.239" v="504"/>
          <ac:picMkLst>
            <pc:docMk/>
            <pc:sldMk cId="3600457823" sldId="257"/>
            <ac:picMk id="7" creationId="{DBBE16A3-5109-0EA5-8C7F-45C4DE7DD709}"/>
          </ac:picMkLst>
        </pc:picChg>
        <pc:picChg chg="add del">
          <ac:chgData name="Rakshitha Kandavara Jayarama" userId="S::rkandava@syr.edu::71e27d18-117d-47c9-9aa3-8a15a1e604cd" providerId="AD" clId="Web-{5C1E6E41-4195-92C3-07A3-DDCD390C1E25}" dt="2024-04-24T00:37:35.239" v="504"/>
          <ac:picMkLst>
            <pc:docMk/>
            <pc:sldMk cId="3600457823" sldId="257"/>
            <ac:picMk id="11" creationId="{A3D512BA-228A-4979-9312-ACD246E1099D}"/>
          </ac:picMkLst>
        </pc:picChg>
        <pc:picChg chg="add del">
          <ac:chgData name="Rakshitha Kandavara Jayarama" userId="S::rkandava@syr.edu::71e27d18-117d-47c9-9aa3-8a15a1e604cd" providerId="AD" clId="Web-{5C1E6E41-4195-92C3-07A3-DDCD390C1E25}" dt="2024-04-24T00:37:40.224" v="506"/>
          <ac:picMkLst>
            <pc:docMk/>
            <pc:sldMk cId="3600457823" sldId="257"/>
            <ac:picMk id="13" creationId="{E5AF73AD-BD66-6426-B8A5-5CE72C4E2F90}"/>
          </ac:picMkLst>
        </pc:picChg>
        <pc:picChg chg="add del">
          <ac:chgData name="Rakshitha Kandavara Jayarama" userId="S::rkandava@syr.edu::71e27d18-117d-47c9-9aa3-8a15a1e604cd" providerId="AD" clId="Web-{5C1E6E41-4195-92C3-07A3-DDCD390C1E25}" dt="2024-04-24T00:37:44.959" v="508"/>
          <ac:picMkLst>
            <pc:docMk/>
            <pc:sldMk cId="3600457823" sldId="257"/>
            <ac:picMk id="15" creationId="{7AB072A9-7076-6A8D-4B73-2629CD63F883}"/>
          </ac:picMkLst>
        </pc:picChg>
        <pc:picChg chg="add">
          <ac:chgData name="Rakshitha Kandavara Jayarama" userId="S::rkandava@syr.edu::71e27d18-117d-47c9-9aa3-8a15a1e604cd" providerId="AD" clId="Web-{5C1E6E41-4195-92C3-07A3-DDCD390C1E25}" dt="2024-04-24T01:00:22.658" v="791"/>
          <ac:picMkLst>
            <pc:docMk/>
            <pc:sldMk cId="3600457823" sldId="257"/>
            <ac:picMk id="19" creationId="{40A39FDC-39F4-4CB7-873B-8D786EC02516}"/>
          </ac:picMkLst>
        </pc:picChg>
        <pc:cxnChg chg="add del">
          <ac:chgData name="Rakshitha Kandavara Jayarama" userId="S::rkandava@syr.edu::71e27d18-117d-47c9-9aa3-8a15a1e604cd" providerId="AD" clId="Web-{5C1E6E41-4195-92C3-07A3-DDCD390C1E25}" dt="2024-04-24T01:00:22.658" v="791"/>
          <ac:cxnSpMkLst>
            <pc:docMk/>
            <pc:sldMk cId="3600457823" sldId="257"/>
            <ac:cxnSpMk id="10" creationId="{30EFD79F-7790-479B-B7DB-BD0D8C101DDD}"/>
          </ac:cxnSpMkLst>
        </pc:cxnChg>
      </pc:sldChg>
      <pc:sldChg chg="addSp delSp modSp new mod setBg modClrScheme chgLayout">
        <pc:chgData name="Rakshitha Kandavara Jayarama" userId="S::rkandava@syr.edu::71e27d18-117d-47c9-9aa3-8a15a1e604cd" providerId="AD" clId="Web-{5C1E6E41-4195-92C3-07A3-DDCD390C1E25}" dt="2024-04-24T00:40:43.486" v="538" actId="20577"/>
        <pc:sldMkLst>
          <pc:docMk/>
          <pc:sldMk cId="780369314" sldId="258"/>
        </pc:sldMkLst>
        <pc:spChg chg="mod ord">
          <ac:chgData name="Rakshitha Kandavara Jayarama" userId="S::rkandava@syr.edu::71e27d18-117d-47c9-9aa3-8a15a1e604cd" providerId="AD" clId="Web-{5C1E6E41-4195-92C3-07A3-DDCD390C1E25}" dt="2024-04-24T00:40:43.486" v="538" actId="20577"/>
          <ac:spMkLst>
            <pc:docMk/>
            <pc:sldMk cId="780369314" sldId="258"/>
            <ac:spMk id="2" creationId="{30946698-9232-1494-0E37-F32D12CA2562}"/>
          </ac:spMkLst>
        </pc:spChg>
        <pc:spChg chg="add del mod ord">
          <ac:chgData name="Rakshitha Kandavara Jayarama" userId="S::rkandava@syr.edu::71e27d18-117d-47c9-9aa3-8a15a1e604cd" providerId="AD" clId="Web-{5C1E6E41-4195-92C3-07A3-DDCD390C1E25}" dt="2024-04-24T00:38:28.181" v="520"/>
          <ac:spMkLst>
            <pc:docMk/>
            <pc:sldMk cId="780369314" sldId="258"/>
            <ac:spMk id="3" creationId="{B93F25F8-4E50-AE15-F413-3360FCE164B5}"/>
          </ac:spMkLst>
        </pc:spChg>
        <pc:spChg chg="add del">
          <ac:chgData name="Rakshitha Kandavara Jayarama" userId="S::rkandava@syr.edu::71e27d18-117d-47c9-9aa3-8a15a1e604cd" providerId="AD" clId="Web-{5C1E6E41-4195-92C3-07A3-DDCD390C1E25}" dt="2024-04-24T00:38:14.680" v="513"/>
          <ac:spMkLst>
            <pc:docMk/>
            <pc:sldMk cId="780369314" sldId="258"/>
            <ac:spMk id="8" creationId="{B93F25F8-4E50-AE15-F413-3360FCE164B5}"/>
          </ac:spMkLst>
        </pc:spChg>
        <pc:spChg chg="add del">
          <ac:chgData name="Rakshitha Kandavara Jayarama" userId="S::rkandava@syr.edu::71e27d18-117d-47c9-9aa3-8a15a1e604cd" providerId="AD" clId="Web-{5C1E6E41-4195-92C3-07A3-DDCD390C1E25}" dt="2024-04-24T00:38:14.680" v="513"/>
          <ac:spMkLst>
            <pc:docMk/>
            <pc:sldMk cId="780369314" sldId="258"/>
            <ac:spMk id="9" creationId="{CBD94887-6A10-4F62-8EE1-B2BCFA1F380F}"/>
          </ac:spMkLst>
        </pc:spChg>
        <pc:spChg chg="add del">
          <ac:chgData name="Rakshitha Kandavara Jayarama" userId="S::rkandava@syr.edu::71e27d18-117d-47c9-9aa3-8a15a1e604cd" providerId="AD" clId="Web-{5C1E6E41-4195-92C3-07A3-DDCD390C1E25}" dt="2024-04-24T00:38:28.134" v="519"/>
          <ac:spMkLst>
            <pc:docMk/>
            <pc:sldMk cId="780369314" sldId="258"/>
            <ac:spMk id="17" creationId="{50E53EDA-3B94-4F6B-9E86-D3BB9EBB9616}"/>
          </ac:spMkLst>
        </pc:spChg>
        <pc:spChg chg="add del">
          <ac:chgData name="Rakshitha Kandavara Jayarama" userId="S::rkandava@syr.edu::71e27d18-117d-47c9-9aa3-8a15a1e604cd" providerId="AD" clId="Web-{5C1E6E41-4195-92C3-07A3-DDCD390C1E25}" dt="2024-04-24T00:38:28.134" v="519"/>
          <ac:spMkLst>
            <pc:docMk/>
            <pc:sldMk cId="780369314" sldId="258"/>
            <ac:spMk id="18" creationId="{B93F25F8-4E50-AE15-F413-3360FCE164B5}"/>
          </ac:spMkLst>
        </pc:spChg>
        <pc:spChg chg="add">
          <ac:chgData name="Rakshitha Kandavara Jayarama" userId="S::rkandava@syr.edu::71e27d18-117d-47c9-9aa3-8a15a1e604cd" providerId="AD" clId="Web-{5C1E6E41-4195-92C3-07A3-DDCD390C1E25}" dt="2024-04-24T00:38:28.181" v="520"/>
          <ac:spMkLst>
            <pc:docMk/>
            <pc:sldMk cId="780369314" sldId="258"/>
            <ac:spMk id="20" creationId="{CBD94887-6A10-4F62-8EE1-B2BCFA1F380F}"/>
          </ac:spMkLst>
        </pc:spChg>
        <pc:spChg chg="add mod">
          <ac:chgData name="Rakshitha Kandavara Jayarama" userId="S::rkandava@syr.edu::71e27d18-117d-47c9-9aa3-8a15a1e604cd" providerId="AD" clId="Web-{5C1E6E41-4195-92C3-07A3-DDCD390C1E25}" dt="2024-04-24T00:39:02.776" v="527" actId="20577"/>
          <ac:spMkLst>
            <pc:docMk/>
            <pc:sldMk cId="780369314" sldId="258"/>
            <ac:spMk id="23" creationId="{B93F25F8-4E50-AE15-F413-3360FCE164B5}"/>
          </ac:spMkLst>
        </pc:spChg>
        <pc:graphicFrameChg chg="add del">
          <ac:chgData name="Rakshitha Kandavara Jayarama" userId="S::rkandava@syr.edu::71e27d18-117d-47c9-9aa3-8a15a1e604cd" providerId="AD" clId="Web-{5C1E6E41-4195-92C3-07A3-DDCD390C1E25}" dt="2024-04-24T00:38:01.710" v="511"/>
          <ac:graphicFrameMkLst>
            <pc:docMk/>
            <pc:sldMk cId="780369314" sldId="258"/>
            <ac:graphicFrameMk id="5" creationId="{0FD1F5EF-BC4E-F518-A3F2-99705787CDAF}"/>
          </ac:graphicFrameMkLst>
        </pc:graphicFrameChg>
        <pc:graphicFrameChg chg="add del">
          <ac:chgData name="Rakshitha Kandavara Jayarama" userId="S::rkandava@syr.edu::71e27d18-117d-47c9-9aa3-8a15a1e604cd" providerId="AD" clId="Web-{5C1E6E41-4195-92C3-07A3-DDCD390C1E25}" dt="2024-04-24T00:38:17.477" v="515"/>
          <ac:graphicFrameMkLst>
            <pc:docMk/>
            <pc:sldMk cId="780369314" sldId="258"/>
            <ac:graphicFrameMk id="13" creationId="{436F869A-5575-5414-6D7A-D877F3225ABE}"/>
          </ac:graphicFrameMkLst>
        </pc:graphicFrameChg>
        <pc:graphicFrameChg chg="add del">
          <ac:chgData name="Rakshitha Kandavara Jayarama" userId="S::rkandava@syr.edu::71e27d18-117d-47c9-9aa3-8a15a1e604cd" providerId="AD" clId="Web-{5C1E6E41-4195-92C3-07A3-DDCD390C1E25}" dt="2024-04-24T00:38:21.149" v="517"/>
          <ac:graphicFrameMkLst>
            <pc:docMk/>
            <pc:sldMk cId="780369314" sldId="258"/>
            <ac:graphicFrameMk id="15" creationId="{C2806023-00E1-5E11-6786-08B4605A73C3}"/>
          </ac:graphicFrameMkLst>
        </pc:graphicFrameChg>
        <pc:picChg chg="add del">
          <ac:chgData name="Rakshitha Kandavara Jayarama" userId="S::rkandava@syr.edu::71e27d18-117d-47c9-9aa3-8a15a1e604cd" providerId="AD" clId="Web-{5C1E6E41-4195-92C3-07A3-DDCD390C1E25}" dt="2024-04-24T00:38:14.680" v="513"/>
          <ac:picMkLst>
            <pc:docMk/>
            <pc:sldMk cId="780369314" sldId="258"/>
            <ac:picMk id="7" creationId="{4C9D9335-A21B-16FE-30CA-428E9E2D8CC6}"/>
          </ac:picMkLst>
        </pc:picChg>
        <pc:picChg chg="add del">
          <ac:chgData name="Rakshitha Kandavara Jayarama" userId="S::rkandava@syr.edu::71e27d18-117d-47c9-9aa3-8a15a1e604cd" providerId="AD" clId="Web-{5C1E6E41-4195-92C3-07A3-DDCD390C1E25}" dt="2024-04-24T00:38:14.680" v="513"/>
          <ac:picMkLst>
            <pc:docMk/>
            <pc:sldMk cId="780369314" sldId="258"/>
            <ac:picMk id="11" creationId="{A3D512BA-228A-4979-9312-ACD246E1099D}"/>
          </ac:picMkLst>
        </pc:picChg>
        <pc:picChg chg="add">
          <ac:chgData name="Rakshitha Kandavara Jayarama" userId="S::rkandava@syr.edu::71e27d18-117d-47c9-9aa3-8a15a1e604cd" providerId="AD" clId="Web-{5C1E6E41-4195-92C3-07A3-DDCD390C1E25}" dt="2024-04-24T00:38:28.181" v="520"/>
          <ac:picMkLst>
            <pc:docMk/>
            <pc:sldMk cId="780369314" sldId="258"/>
            <ac:picMk id="21" creationId="{4C9D9335-A21B-16FE-30CA-428E9E2D8CC6}"/>
          </ac:picMkLst>
        </pc:picChg>
        <pc:picChg chg="add">
          <ac:chgData name="Rakshitha Kandavara Jayarama" userId="S::rkandava@syr.edu::71e27d18-117d-47c9-9aa3-8a15a1e604cd" providerId="AD" clId="Web-{5C1E6E41-4195-92C3-07A3-DDCD390C1E25}" dt="2024-04-24T00:38:28.181" v="520"/>
          <ac:picMkLst>
            <pc:docMk/>
            <pc:sldMk cId="780369314" sldId="258"/>
            <ac:picMk id="22" creationId="{A3D512BA-228A-4979-9312-ACD246E1099D}"/>
          </ac:picMkLst>
        </pc:picChg>
        <pc:cxnChg chg="add del">
          <ac:chgData name="Rakshitha Kandavara Jayarama" userId="S::rkandava@syr.edu::71e27d18-117d-47c9-9aa3-8a15a1e604cd" providerId="AD" clId="Web-{5C1E6E41-4195-92C3-07A3-DDCD390C1E25}" dt="2024-04-24T00:38:28.134" v="519"/>
          <ac:cxnSpMkLst>
            <pc:docMk/>
            <pc:sldMk cId="780369314" sldId="258"/>
            <ac:cxnSpMk id="10" creationId="{30EFD79F-7790-479B-B7DB-BD0D8C101DDD}"/>
          </ac:cxnSpMkLst>
        </pc:cxnChg>
      </pc:sldChg>
      <pc:sldChg chg="addSp modSp mod setBg modClrScheme chgLayout">
        <pc:chgData name="Rakshitha Kandavara Jayarama" userId="S::rkandava@syr.edu::71e27d18-117d-47c9-9aa3-8a15a1e604cd" providerId="AD" clId="Web-{5C1E6E41-4195-92C3-07A3-DDCD390C1E25}" dt="2024-04-24T01:20:42.582" v="892" actId="14100"/>
        <pc:sldMkLst>
          <pc:docMk/>
          <pc:sldMk cId="1778330130" sldId="259"/>
        </pc:sldMkLst>
        <pc:spChg chg="mod ord">
          <ac:chgData name="Rakshitha Kandavara Jayarama" userId="S::rkandava@syr.edu::71e27d18-117d-47c9-9aa3-8a15a1e604cd" providerId="AD" clId="Web-{5C1E6E41-4195-92C3-07A3-DDCD390C1E25}" dt="2024-04-24T01:20:42.582" v="892" actId="14100"/>
          <ac:spMkLst>
            <pc:docMk/>
            <pc:sldMk cId="1778330130" sldId="259"/>
            <ac:spMk id="2" creationId="{4E443E34-44B1-1EE2-D5D0-FD4828D2C8EB}"/>
          </ac:spMkLst>
        </pc:spChg>
        <pc:spChg chg="mod ord">
          <ac:chgData name="Rakshitha Kandavara Jayarama" userId="S::rkandava@syr.edu::71e27d18-117d-47c9-9aa3-8a15a1e604cd" providerId="AD" clId="Web-{5C1E6E41-4195-92C3-07A3-DDCD390C1E25}" dt="2024-04-24T01:20:12.049" v="884" actId="20577"/>
          <ac:spMkLst>
            <pc:docMk/>
            <pc:sldMk cId="1778330130" sldId="259"/>
            <ac:spMk id="3" creationId="{53ADBB1C-9F92-3F3E-B33A-1A08C45C52C9}"/>
          </ac:spMkLst>
        </pc:spChg>
        <pc:picChg chg="add mod">
          <ac:chgData name="Rakshitha Kandavara Jayarama" userId="S::rkandava@syr.edu::71e27d18-117d-47c9-9aa3-8a15a1e604cd" providerId="AD" clId="Web-{5C1E6E41-4195-92C3-07A3-DDCD390C1E25}" dt="2024-04-24T01:19:46.469" v="880" actId="1076"/>
          <ac:picMkLst>
            <pc:docMk/>
            <pc:sldMk cId="1778330130" sldId="259"/>
            <ac:picMk id="7" creationId="{7BE9E875-90BE-BFCC-2FA8-A57DE60A33DD}"/>
          </ac:picMkLst>
        </pc:picChg>
      </pc:sldChg>
      <pc:sldChg chg="addSp delSp modSp new mod setBg modClrScheme chgLayout">
        <pc:chgData name="Rakshitha Kandavara Jayarama" userId="S::rkandava@syr.edu::71e27d18-117d-47c9-9aa3-8a15a1e604cd" providerId="AD" clId="Web-{5C1E6E41-4195-92C3-07A3-DDCD390C1E25}" dt="2024-04-24T01:38:28.060" v="1072" actId="20577"/>
        <pc:sldMkLst>
          <pc:docMk/>
          <pc:sldMk cId="1822524852" sldId="260"/>
        </pc:sldMkLst>
        <pc:spChg chg="del">
          <ac:chgData name="Rakshitha Kandavara Jayarama" userId="S::rkandava@syr.edu::71e27d18-117d-47c9-9aa3-8a15a1e604cd" providerId="AD" clId="Web-{5C1E6E41-4195-92C3-07A3-DDCD390C1E25}" dt="2024-04-23T23:13:56.941" v="307"/>
          <ac:spMkLst>
            <pc:docMk/>
            <pc:sldMk cId="1822524852" sldId="260"/>
            <ac:spMk id="2" creationId="{9FAD25A6-CE1B-7AD5-2054-A46E331216FF}"/>
          </ac:spMkLst>
        </pc:spChg>
        <pc:spChg chg="mod ord">
          <ac:chgData name="Rakshitha Kandavara Jayarama" userId="S::rkandava@syr.edu::71e27d18-117d-47c9-9aa3-8a15a1e604cd" providerId="AD" clId="Web-{5C1E6E41-4195-92C3-07A3-DDCD390C1E25}" dt="2024-04-24T01:38:28.060" v="1072" actId="20577"/>
          <ac:spMkLst>
            <pc:docMk/>
            <pc:sldMk cId="1822524852" sldId="260"/>
            <ac:spMk id="3" creationId="{6E90D9D6-BA7B-31AE-B429-9C94467B5E13}"/>
          </ac:spMkLst>
        </pc:spChg>
        <pc:picChg chg="add">
          <ac:chgData name="Rakshitha Kandavara Jayarama" userId="S::rkandava@syr.edu::71e27d18-117d-47c9-9aa3-8a15a1e604cd" providerId="AD" clId="Web-{5C1E6E41-4195-92C3-07A3-DDCD390C1E25}" dt="2024-04-24T00:49:21.052" v="634"/>
          <ac:picMkLst>
            <pc:docMk/>
            <pc:sldMk cId="1822524852" sldId="260"/>
            <ac:picMk id="5" creationId="{F373C98B-272E-86E6-D3A8-203619E55CEA}"/>
          </ac:picMkLst>
        </pc:picChg>
      </pc:sldChg>
      <pc:sldChg chg="addSp modSp new mod setBg modClrScheme chgLayout">
        <pc:chgData name="Rakshitha Kandavara Jayarama" userId="S::rkandava@syr.edu::71e27d18-117d-47c9-9aa3-8a15a1e604cd" providerId="AD" clId="Web-{5C1E6E41-4195-92C3-07A3-DDCD390C1E25}" dt="2024-04-24T01:11:38.577" v="852" actId="20577"/>
        <pc:sldMkLst>
          <pc:docMk/>
          <pc:sldMk cId="3787919729" sldId="261"/>
        </pc:sldMkLst>
        <pc:spChg chg="mod ord">
          <ac:chgData name="Rakshitha Kandavara Jayarama" userId="S::rkandava@syr.edu::71e27d18-117d-47c9-9aa3-8a15a1e604cd" providerId="AD" clId="Web-{5C1E6E41-4195-92C3-07A3-DDCD390C1E25}" dt="2024-04-24T00:50:26.447" v="648"/>
          <ac:spMkLst>
            <pc:docMk/>
            <pc:sldMk cId="3787919729" sldId="261"/>
            <ac:spMk id="2" creationId="{2F3D8E43-95EC-63D0-D243-7E4061E04577}"/>
          </ac:spMkLst>
        </pc:spChg>
        <pc:spChg chg="mod ord">
          <ac:chgData name="Rakshitha Kandavara Jayarama" userId="S::rkandava@syr.edu::71e27d18-117d-47c9-9aa3-8a15a1e604cd" providerId="AD" clId="Web-{5C1E6E41-4195-92C3-07A3-DDCD390C1E25}" dt="2024-04-24T01:11:38.577" v="852" actId="20577"/>
          <ac:spMkLst>
            <pc:docMk/>
            <pc:sldMk cId="3787919729" sldId="261"/>
            <ac:spMk id="3" creationId="{12413EE8-2DB8-58D7-D483-3A2CAC888030}"/>
          </ac:spMkLst>
        </pc:spChg>
        <pc:picChg chg="add">
          <ac:chgData name="Rakshitha Kandavara Jayarama" userId="S::rkandava@syr.edu::71e27d18-117d-47c9-9aa3-8a15a1e604cd" providerId="AD" clId="Web-{5C1E6E41-4195-92C3-07A3-DDCD390C1E25}" dt="2024-04-24T00:50:26.447" v="648"/>
          <ac:picMkLst>
            <pc:docMk/>
            <pc:sldMk cId="3787919729" sldId="261"/>
            <ac:picMk id="7" creationId="{65FF2B35-650F-34C3-DCAA-D207B373F5FC}"/>
          </ac:picMkLst>
        </pc:picChg>
      </pc:sldChg>
      <pc:sldChg chg="addSp delSp modSp mod setBg modClrScheme chgLayout">
        <pc:chgData name="Rakshitha Kandavara Jayarama" userId="S::rkandava@syr.edu::71e27d18-117d-47c9-9aa3-8a15a1e604cd" providerId="AD" clId="Web-{5C1E6E41-4195-92C3-07A3-DDCD390C1E25}" dt="2024-04-24T02:07:04.798" v="1120" actId="20577"/>
        <pc:sldMkLst>
          <pc:docMk/>
          <pc:sldMk cId="593136645" sldId="262"/>
        </pc:sldMkLst>
        <pc:spChg chg="mod ord">
          <ac:chgData name="Rakshitha Kandavara Jayarama" userId="S::rkandava@syr.edu::71e27d18-117d-47c9-9aa3-8a15a1e604cd" providerId="AD" clId="Web-{5C1E6E41-4195-92C3-07A3-DDCD390C1E25}" dt="2024-04-24T01:27:02.280" v="915" actId="20577"/>
          <ac:spMkLst>
            <pc:docMk/>
            <pc:sldMk cId="593136645" sldId="262"/>
            <ac:spMk id="2" creationId="{07DA0F7B-BFB9-0757-7C29-486A3743E118}"/>
          </ac:spMkLst>
        </pc:spChg>
        <pc:spChg chg="mod ord">
          <ac:chgData name="Rakshitha Kandavara Jayarama" userId="S::rkandava@syr.edu::71e27d18-117d-47c9-9aa3-8a15a1e604cd" providerId="AD" clId="Web-{5C1E6E41-4195-92C3-07A3-DDCD390C1E25}" dt="2024-04-24T02:07:04.798" v="1120" actId="20577"/>
          <ac:spMkLst>
            <pc:docMk/>
            <pc:sldMk cId="593136645" sldId="262"/>
            <ac:spMk id="3" creationId="{9B581A4D-6CFA-D553-9AB1-57ACA4392AE2}"/>
          </ac:spMkLst>
        </pc:spChg>
        <pc:spChg chg="add del mod">
          <ac:chgData name="Rakshitha Kandavara Jayarama" userId="S::rkandava@syr.edu::71e27d18-117d-47c9-9aa3-8a15a1e604cd" providerId="AD" clId="Web-{5C1E6E41-4195-92C3-07A3-DDCD390C1E25}" dt="2024-04-24T00:55:47.859" v="713"/>
          <ac:spMkLst>
            <pc:docMk/>
            <pc:sldMk cId="593136645" sldId="262"/>
            <ac:spMk id="4" creationId="{3BA8CEF1-92E3-841B-2E46-0AA2A2CBA4A4}"/>
          </ac:spMkLst>
        </pc:spChg>
        <pc:spChg chg="add">
          <ac:chgData name="Rakshitha Kandavara Jayarama" userId="S::rkandava@syr.edu::71e27d18-117d-47c9-9aa3-8a15a1e604cd" providerId="AD" clId="Web-{5C1E6E41-4195-92C3-07A3-DDCD390C1E25}" dt="2024-04-24T00:59:43.171" v="790"/>
          <ac:spMkLst>
            <pc:docMk/>
            <pc:sldMk cId="593136645" sldId="262"/>
            <ac:spMk id="8" creationId="{50E53EDA-3B94-4F6B-9E86-D3BB9EBB9616}"/>
          </ac:spMkLst>
        </pc:spChg>
        <pc:cxnChg chg="add">
          <ac:chgData name="Rakshitha Kandavara Jayarama" userId="S::rkandava@syr.edu::71e27d18-117d-47c9-9aa3-8a15a1e604cd" providerId="AD" clId="Web-{5C1E6E41-4195-92C3-07A3-DDCD390C1E25}" dt="2024-04-24T00:59:43.171" v="790"/>
          <ac:cxnSpMkLst>
            <pc:docMk/>
            <pc:sldMk cId="593136645" sldId="262"/>
            <ac:cxnSpMk id="10" creationId="{30EFD79F-7790-479B-B7DB-BD0D8C101DDD}"/>
          </ac:cxnSpMkLst>
        </pc:cxnChg>
      </pc:sldChg>
      <pc:sldChg chg="addSp modSp mod setBg modClrScheme chgLayout">
        <pc:chgData name="Rakshitha Kandavara Jayarama" userId="S::rkandava@syr.edu::71e27d18-117d-47c9-9aa3-8a15a1e604cd" providerId="AD" clId="Web-{5C1E6E41-4195-92C3-07A3-DDCD390C1E25}" dt="2024-04-24T01:28:48.396" v="960" actId="14100"/>
        <pc:sldMkLst>
          <pc:docMk/>
          <pc:sldMk cId="3162070348" sldId="264"/>
        </pc:sldMkLst>
        <pc:spChg chg="mod ord">
          <ac:chgData name="Rakshitha Kandavara Jayarama" userId="S::rkandava@syr.edu::71e27d18-117d-47c9-9aa3-8a15a1e604cd" providerId="AD" clId="Web-{5C1E6E41-4195-92C3-07A3-DDCD390C1E25}" dt="2024-04-24T01:05:31.209" v="826" actId="20577"/>
          <ac:spMkLst>
            <pc:docMk/>
            <pc:sldMk cId="3162070348" sldId="264"/>
            <ac:spMk id="2" creationId="{5A2D7F32-2802-B01D-DD1E-974ABDD45749}"/>
          </ac:spMkLst>
        </pc:spChg>
        <pc:spChg chg="mod ord">
          <ac:chgData name="Rakshitha Kandavara Jayarama" userId="S::rkandava@syr.edu::71e27d18-117d-47c9-9aa3-8a15a1e604cd" providerId="AD" clId="Web-{5C1E6E41-4195-92C3-07A3-DDCD390C1E25}" dt="2024-04-24T01:28:48.396" v="960" actId="14100"/>
          <ac:spMkLst>
            <pc:docMk/>
            <pc:sldMk cId="3162070348" sldId="264"/>
            <ac:spMk id="3" creationId="{F4C7911D-E4C8-3392-4F65-DD4B81448DDA}"/>
          </ac:spMkLst>
        </pc:spChg>
        <pc:picChg chg="add">
          <ac:chgData name="Rakshitha Kandavara Jayarama" userId="S::rkandava@syr.edu::71e27d18-117d-47c9-9aa3-8a15a1e604cd" providerId="AD" clId="Web-{5C1E6E41-4195-92C3-07A3-DDCD390C1E25}" dt="2024-04-24T01:05:22.146" v="825"/>
          <ac:picMkLst>
            <pc:docMk/>
            <pc:sldMk cId="3162070348" sldId="264"/>
            <ac:picMk id="5" creationId="{0EFBBED4-426D-6757-9BA0-63658B558D9A}"/>
          </ac:picMkLst>
        </pc:picChg>
      </pc:sldChg>
      <pc:sldChg chg="addSp delSp modSp mod setBg modClrScheme setClrOvrMap chgLayout">
        <pc:chgData name="Rakshitha Kandavara Jayarama" userId="S::rkandava@syr.edu::71e27d18-117d-47c9-9aa3-8a15a1e604cd" providerId="AD" clId="Web-{5C1E6E41-4195-92C3-07A3-DDCD390C1E25}" dt="2024-04-24T02:01:56.950" v="1119" actId="20577"/>
        <pc:sldMkLst>
          <pc:docMk/>
          <pc:sldMk cId="1188177608" sldId="265"/>
        </pc:sldMkLst>
        <pc:spChg chg="mod ord">
          <ac:chgData name="Rakshitha Kandavara Jayarama" userId="S::rkandava@syr.edu::71e27d18-117d-47c9-9aa3-8a15a1e604cd" providerId="AD" clId="Web-{5C1E6E41-4195-92C3-07A3-DDCD390C1E25}" dt="2024-04-24T02:01:56.950" v="1119" actId="20577"/>
          <ac:spMkLst>
            <pc:docMk/>
            <pc:sldMk cId="1188177608" sldId="265"/>
            <ac:spMk id="2" creationId="{C429D934-7C0F-AF54-051A-61FEEF814731}"/>
          </ac:spMkLst>
        </pc:spChg>
        <pc:spChg chg="del mod ord">
          <ac:chgData name="Rakshitha Kandavara Jayarama" userId="S::rkandava@syr.edu::71e27d18-117d-47c9-9aa3-8a15a1e604cd" providerId="AD" clId="Web-{5C1E6E41-4195-92C3-07A3-DDCD390C1E25}" dt="2024-04-24T01:01:55.164" v="802"/>
          <ac:spMkLst>
            <pc:docMk/>
            <pc:sldMk cId="1188177608" sldId="265"/>
            <ac:spMk id="3" creationId="{61D483A4-63DD-2AD1-A799-8EC68D20B7AC}"/>
          </ac:spMkLst>
        </pc:spChg>
        <pc:spChg chg="add mod">
          <ac:chgData name="Rakshitha Kandavara Jayarama" userId="S::rkandava@syr.edu::71e27d18-117d-47c9-9aa3-8a15a1e604cd" providerId="AD" clId="Web-{5C1E6E41-4195-92C3-07A3-DDCD390C1E25}" dt="2024-04-24T02:01:51.840" v="1118" actId="20577"/>
          <ac:spMkLst>
            <pc:docMk/>
            <pc:sldMk cId="1188177608" sldId="265"/>
            <ac:spMk id="4" creationId="{EB274E19-86FE-E63D-B125-6C36208788C4}"/>
          </ac:spMkLst>
        </pc:spChg>
        <pc:spChg chg="add del">
          <ac:chgData name="Rakshitha Kandavara Jayarama" userId="S::rkandava@syr.edu::71e27d18-117d-47c9-9aa3-8a15a1e604cd" providerId="AD" clId="Web-{5C1E6E41-4195-92C3-07A3-DDCD390C1E25}" dt="2024-04-24T02:00:23.819" v="1085"/>
          <ac:spMkLst>
            <pc:docMk/>
            <pc:sldMk cId="1188177608" sldId="265"/>
            <ac:spMk id="9" creationId="{DF43132E-D4DF-4A83-9344-A782D0F5D9F6}"/>
          </ac:spMkLst>
        </pc:spChg>
        <pc:spChg chg="add del">
          <ac:chgData name="Rakshitha Kandavara Jayarama" userId="S::rkandava@syr.edu::71e27d18-117d-47c9-9aa3-8a15a1e604cd" providerId="AD" clId="Web-{5C1E6E41-4195-92C3-07A3-DDCD390C1E25}" dt="2024-04-24T02:00:23.819" v="1085"/>
          <ac:spMkLst>
            <pc:docMk/>
            <pc:sldMk cId="1188177608" sldId="265"/>
            <ac:spMk id="20" creationId="{1F94DC1C-47D1-41D7-8B1B-9A036D614027}"/>
          </ac:spMkLst>
        </pc:spChg>
        <pc:spChg chg="add del">
          <ac:chgData name="Rakshitha Kandavara Jayarama" userId="S::rkandava@syr.edu::71e27d18-117d-47c9-9aa3-8a15a1e604cd" providerId="AD" clId="Web-{5C1E6E41-4195-92C3-07A3-DDCD390C1E25}" dt="2024-04-24T02:00:23.819" v="1085"/>
          <ac:spMkLst>
            <pc:docMk/>
            <pc:sldMk cId="1188177608" sldId="265"/>
            <ac:spMk id="24" creationId="{AC12A592-C02D-46EF-8E1F-9335DB8D71DF}"/>
          </ac:spMkLst>
        </pc:spChg>
        <pc:spChg chg="add del">
          <ac:chgData name="Rakshitha Kandavara Jayarama" userId="S::rkandava@syr.edu::71e27d18-117d-47c9-9aa3-8a15a1e604cd" providerId="AD" clId="Web-{5C1E6E41-4195-92C3-07A3-DDCD390C1E25}" dt="2024-04-24T02:00:23.819" v="1085"/>
          <ac:spMkLst>
            <pc:docMk/>
            <pc:sldMk cId="1188177608" sldId="265"/>
            <ac:spMk id="26" creationId="{24005816-5BCA-4665-8A58-5580F8E9C84A}"/>
          </ac:spMkLst>
        </pc:spChg>
        <pc:grpChg chg="add del">
          <ac:chgData name="Rakshitha Kandavara Jayarama" userId="S::rkandava@syr.edu::71e27d18-117d-47c9-9aa3-8a15a1e604cd" providerId="AD" clId="Web-{5C1E6E41-4195-92C3-07A3-DDCD390C1E25}" dt="2024-04-24T02:00:23.819" v="1085"/>
          <ac:grpSpMkLst>
            <pc:docMk/>
            <pc:sldMk cId="1188177608" sldId="265"/>
            <ac:grpSpMk id="28" creationId="{BF07F359-8CA3-4854-91E7-EE6004020511}"/>
          </ac:grpSpMkLst>
        </pc:grpChg>
        <pc:picChg chg="add del">
          <ac:chgData name="Rakshitha Kandavara Jayarama" userId="S::rkandava@syr.edu::71e27d18-117d-47c9-9aa3-8a15a1e604cd" providerId="AD" clId="Web-{5C1E6E41-4195-92C3-07A3-DDCD390C1E25}" dt="2024-04-24T02:00:23.819" v="1085"/>
          <ac:picMkLst>
            <pc:docMk/>
            <pc:sldMk cId="1188177608" sldId="265"/>
            <ac:picMk id="7" creationId="{18BD78ED-75E1-4879-B369-BC61F7C45E22}"/>
          </ac:picMkLst>
        </pc:picChg>
        <pc:picChg chg="add del">
          <ac:chgData name="Rakshitha Kandavara Jayarama" userId="S::rkandava@syr.edu::71e27d18-117d-47c9-9aa3-8a15a1e604cd" providerId="AD" clId="Web-{5C1E6E41-4195-92C3-07A3-DDCD390C1E25}" dt="2024-04-24T02:00:23.819" v="1085"/>
          <ac:picMkLst>
            <pc:docMk/>
            <pc:sldMk cId="1188177608" sldId="265"/>
            <ac:picMk id="15" creationId="{7E2194B0-D3F1-6E6E-A136-E98FA8812A08}"/>
          </ac:picMkLst>
        </pc:picChg>
        <pc:picChg chg="add del">
          <ac:chgData name="Rakshitha Kandavara Jayarama" userId="S::rkandava@syr.edu::71e27d18-117d-47c9-9aa3-8a15a1e604cd" providerId="AD" clId="Web-{5C1E6E41-4195-92C3-07A3-DDCD390C1E25}" dt="2024-04-24T02:00:23.819" v="1085"/>
          <ac:picMkLst>
            <pc:docMk/>
            <pc:sldMk cId="1188177608" sldId="265"/>
            <ac:picMk id="18" creationId="{6AF6706C-CF07-43A1-BCC4-CBA5D33820DA}"/>
          </ac:picMkLst>
        </pc:picChg>
        <pc:picChg chg="add del">
          <ac:chgData name="Rakshitha Kandavara Jayarama" userId="S::rkandava@syr.edu::71e27d18-117d-47c9-9aa3-8a15a1e604cd" providerId="AD" clId="Web-{5C1E6E41-4195-92C3-07A3-DDCD390C1E25}" dt="2024-04-24T02:00:23.819" v="1085"/>
          <ac:picMkLst>
            <pc:docMk/>
            <pc:sldMk cId="1188177608" sldId="265"/>
            <ac:picMk id="22" creationId="{811383CE-CE86-4E1C-B289-798EB9E6E0E5}"/>
          </ac:picMkLst>
        </pc:picChg>
        <pc:cxnChg chg="add del">
          <ac:chgData name="Rakshitha Kandavara Jayarama" userId="S::rkandava@syr.edu::71e27d18-117d-47c9-9aa3-8a15a1e604cd" providerId="AD" clId="Web-{5C1E6E41-4195-92C3-07A3-DDCD390C1E25}" dt="2024-04-24T02:00:23.819" v="1085"/>
          <ac:cxnSpMkLst>
            <pc:docMk/>
            <pc:sldMk cId="1188177608" sldId="265"/>
            <ac:cxnSpMk id="11" creationId="{6AA24BC1-1577-4586-AD7A-417660E37253}"/>
          </ac:cxnSpMkLst>
        </pc:cxnChg>
      </pc:sldChg>
      <pc:sldChg chg="modSp del mod modClrScheme chgLayout">
        <pc:chgData name="Rakshitha Kandavara Jayarama" userId="S::rkandava@syr.edu::71e27d18-117d-47c9-9aa3-8a15a1e604cd" providerId="AD" clId="Web-{5C1E6E41-4195-92C3-07A3-DDCD390C1E25}" dt="2024-04-24T01:31:31.079" v="961"/>
        <pc:sldMkLst>
          <pc:docMk/>
          <pc:sldMk cId="226942956" sldId="267"/>
        </pc:sldMkLst>
        <pc:spChg chg="mod ord">
          <ac:chgData name="Rakshitha Kandavara Jayarama" userId="S::rkandava@syr.edu::71e27d18-117d-47c9-9aa3-8a15a1e604cd" providerId="AD" clId="Web-{5C1E6E41-4195-92C3-07A3-DDCD390C1E25}" dt="2024-04-24T01:06:35.917" v="833" actId="20577"/>
          <ac:spMkLst>
            <pc:docMk/>
            <pc:sldMk cId="226942956" sldId="267"/>
            <ac:spMk id="2" creationId="{F54FEB96-DB7D-234E-29D7-3444CB40F38B}"/>
          </ac:spMkLst>
        </pc:spChg>
        <pc:spChg chg="mod ord">
          <ac:chgData name="Rakshitha Kandavara Jayarama" userId="S::rkandava@syr.edu::71e27d18-117d-47c9-9aa3-8a15a1e604cd" providerId="AD" clId="Web-{5C1E6E41-4195-92C3-07A3-DDCD390C1E25}" dt="2024-04-24T00:34:12.850" v="465"/>
          <ac:spMkLst>
            <pc:docMk/>
            <pc:sldMk cId="226942956" sldId="267"/>
            <ac:spMk id="3" creationId="{1BA36105-8690-AE9C-A297-623F3DA7760B}"/>
          </ac:spMkLst>
        </pc:spChg>
      </pc:sldChg>
      <pc:sldMasterChg chg="del delSldLayout">
        <pc:chgData name="Rakshitha Kandavara Jayarama" userId="S::rkandava@syr.edu::71e27d18-117d-47c9-9aa3-8a15a1e604cd" providerId="AD" clId="Web-{5C1E6E41-4195-92C3-07A3-DDCD390C1E25}" dt="2024-04-23T22:11:26.912" v="1"/>
        <pc:sldMasterMkLst>
          <pc:docMk/>
          <pc:sldMasterMk cId="2460954070" sldId="2147483660"/>
        </pc:sldMasterMkLst>
        <pc:sldLayoutChg chg="del">
          <pc:chgData name="Rakshitha Kandavara Jayarama" userId="S::rkandava@syr.edu::71e27d18-117d-47c9-9aa3-8a15a1e604cd" providerId="AD" clId="Web-{5C1E6E41-4195-92C3-07A3-DDCD390C1E25}" dt="2024-04-23T22:11:26.912" v="1"/>
          <pc:sldLayoutMkLst>
            <pc:docMk/>
            <pc:sldMasterMk cId="2460954070" sldId="2147483660"/>
            <pc:sldLayoutMk cId="2385387890" sldId="2147483661"/>
          </pc:sldLayoutMkLst>
        </pc:sldLayoutChg>
        <pc:sldLayoutChg chg="del">
          <pc:chgData name="Rakshitha Kandavara Jayarama" userId="S::rkandava@syr.edu::71e27d18-117d-47c9-9aa3-8a15a1e604cd" providerId="AD" clId="Web-{5C1E6E41-4195-92C3-07A3-DDCD390C1E25}" dt="2024-04-23T22:11:26.912" v="1"/>
          <pc:sldLayoutMkLst>
            <pc:docMk/>
            <pc:sldMasterMk cId="2460954070" sldId="2147483660"/>
            <pc:sldLayoutMk cId="949138452" sldId="2147483662"/>
          </pc:sldLayoutMkLst>
        </pc:sldLayoutChg>
        <pc:sldLayoutChg chg="del">
          <pc:chgData name="Rakshitha Kandavara Jayarama" userId="S::rkandava@syr.edu::71e27d18-117d-47c9-9aa3-8a15a1e604cd" providerId="AD" clId="Web-{5C1E6E41-4195-92C3-07A3-DDCD390C1E25}" dt="2024-04-23T22:11:26.912" v="1"/>
          <pc:sldLayoutMkLst>
            <pc:docMk/>
            <pc:sldMasterMk cId="2460954070" sldId="2147483660"/>
            <pc:sldLayoutMk cId="2591524520" sldId="2147483663"/>
          </pc:sldLayoutMkLst>
        </pc:sldLayoutChg>
        <pc:sldLayoutChg chg="del">
          <pc:chgData name="Rakshitha Kandavara Jayarama" userId="S::rkandava@syr.edu::71e27d18-117d-47c9-9aa3-8a15a1e604cd" providerId="AD" clId="Web-{5C1E6E41-4195-92C3-07A3-DDCD390C1E25}" dt="2024-04-23T22:11:26.912" v="1"/>
          <pc:sldLayoutMkLst>
            <pc:docMk/>
            <pc:sldMasterMk cId="2460954070" sldId="2147483660"/>
            <pc:sldLayoutMk cId="1203092039" sldId="2147483664"/>
          </pc:sldLayoutMkLst>
        </pc:sldLayoutChg>
        <pc:sldLayoutChg chg="del">
          <pc:chgData name="Rakshitha Kandavara Jayarama" userId="S::rkandava@syr.edu::71e27d18-117d-47c9-9aa3-8a15a1e604cd" providerId="AD" clId="Web-{5C1E6E41-4195-92C3-07A3-DDCD390C1E25}" dt="2024-04-23T22:11:26.912" v="1"/>
          <pc:sldLayoutMkLst>
            <pc:docMk/>
            <pc:sldMasterMk cId="2460954070" sldId="2147483660"/>
            <pc:sldLayoutMk cId="3733172339" sldId="2147483665"/>
          </pc:sldLayoutMkLst>
        </pc:sldLayoutChg>
        <pc:sldLayoutChg chg="del">
          <pc:chgData name="Rakshitha Kandavara Jayarama" userId="S::rkandava@syr.edu::71e27d18-117d-47c9-9aa3-8a15a1e604cd" providerId="AD" clId="Web-{5C1E6E41-4195-92C3-07A3-DDCD390C1E25}" dt="2024-04-23T22:11:26.912" v="1"/>
          <pc:sldLayoutMkLst>
            <pc:docMk/>
            <pc:sldMasterMk cId="2460954070" sldId="2147483660"/>
            <pc:sldLayoutMk cId="3210312558" sldId="2147483666"/>
          </pc:sldLayoutMkLst>
        </pc:sldLayoutChg>
        <pc:sldLayoutChg chg="del">
          <pc:chgData name="Rakshitha Kandavara Jayarama" userId="S::rkandava@syr.edu::71e27d18-117d-47c9-9aa3-8a15a1e604cd" providerId="AD" clId="Web-{5C1E6E41-4195-92C3-07A3-DDCD390C1E25}" dt="2024-04-23T22:11:26.912" v="1"/>
          <pc:sldLayoutMkLst>
            <pc:docMk/>
            <pc:sldMasterMk cId="2460954070" sldId="2147483660"/>
            <pc:sldLayoutMk cId="3146388984" sldId="2147483667"/>
          </pc:sldLayoutMkLst>
        </pc:sldLayoutChg>
        <pc:sldLayoutChg chg="del">
          <pc:chgData name="Rakshitha Kandavara Jayarama" userId="S::rkandava@syr.edu::71e27d18-117d-47c9-9aa3-8a15a1e604cd" providerId="AD" clId="Web-{5C1E6E41-4195-92C3-07A3-DDCD390C1E25}" dt="2024-04-23T22:11:26.912" v="1"/>
          <pc:sldLayoutMkLst>
            <pc:docMk/>
            <pc:sldMasterMk cId="2460954070" sldId="2147483660"/>
            <pc:sldLayoutMk cId="3171841454" sldId="2147483668"/>
          </pc:sldLayoutMkLst>
        </pc:sldLayoutChg>
        <pc:sldLayoutChg chg="del">
          <pc:chgData name="Rakshitha Kandavara Jayarama" userId="S::rkandava@syr.edu::71e27d18-117d-47c9-9aa3-8a15a1e604cd" providerId="AD" clId="Web-{5C1E6E41-4195-92C3-07A3-DDCD390C1E25}" dt="2024-04-23T22:11:26.912" v="1"/>
          <pc:sldLayoutMkLst>
            <pc:docMk/>
            <pc:sldMasterMk cId="2460954070" sldId="2147483660"/>
            <pc:sldLayoutMk cId="1718958274" sldId="2147483669"/>
          </pc:sldLayoutMkLst>
        </pc:sldLayoutChg>
        <pc:sldLayoutChg chg="del">
          <pc:chgData name="Rakshitha Kandavara Jayarama" userId="S::rkandava@syr.edu::71e27d18-117d-47c9-9aa3-8a15a1e604cd" providerId="AD" clId="Web-{5C1E6E41-4195-92C3-07A3-DDCD390C1E25}" dt="2024-04-23T22:11:26.912" v="1"/>
          <pc:sldLayoutMkLst>
            <pc:docMk/>
            <pc:sldMasterMk cId="2460954070" sldId="2147483660"/>
            <pc:sldLayoutMk cId="2202905451" sldId="2147483670"/>
          </pc:sldLayoutMkLst>
        </pc:sldLayoutChg>
        <pc:sldLayoutChg chg="del">
          <pc:chgData name="Rakshitha Kandavara Jayarama" userId="S::rkandava@syr.edu::71e27d18-117d-47c9-9aa3-8a15a1e604cd" providerId="AD" clId="Web-{5C1E6E41-4195-92C3-07A3-DDCD390C1E25}" dt="2024-04-23T22:11:26.912" v="1"/>
          <pc:sldLayoutMkLst>
            <pc:docMk/>
            <pc:sldMasterMk cId="2460954070" sldId="2147483660"/>
            <pc:sldLayoutMk cId="3479445657" sldId="2147483671"/>
          </pc:sldLayoutMkLst>
        </pc:sldLayoutChg>
      </pc:sldMasterChg>
      <pc:sldMasterChg chg="add del addSldLayout delSldLayout modSldLayout">
        <pc:chgData name="Rakshitha Kandavara Jayarama" userId="S::rkandava@syr.edu::71e27d18-117d-47c9-9aa3-8a15a1e604cd" providerId="AD" clId="Web-{5C1E6E41-4195-92C3-07A3-DDCD390C1E25}" dt="2024-04-23T22:11:35.490" v="2"/>
        <pc:sldMasterMkLst>
          <pc:docMk/>
          <pc:sldMasterMk cId="870282797" sldId="2147483672"/>
        </pc:sldMasterMkLst>
        <pc:sldLayoutChg chg="add del mod replId">
          <pc:chgData name="Rakshitha Kandavara Jayarama" userId="S::rkandava@syr.edu::71e27d18-117d-47c9-9aa3-8a15a1e604cd" providerId="AD" clId="Web-{5C1E6E41-4195-92C3-07A3-DDCD390C1E25}" dt="2024-04-23T22:11:35.490" v="2"/>
          <pc:sldLayoutMkLst>
            <pc:docMk/>
            <pc:sldMasterMk cId="870282797" sldId="2147483672"/>
            <pc:sldLayoutMk cId="3750798737" sldId="2147483673"/>
          </pc:sldLayoutMkLst>
        </pc:sldLayoutChg>
        <pc:sldLayoutChg chg="add del mod replId">
          <pc:chgData name="Rakshitha Kandavara Jayarama" userId="S::rkandava@syr.edu::71e27d18-117d-47c9-9aa3-8a15a1e604cd" providerId="AD" clId="Web-{5C1E6E41-4195-92C3-07A3-DDCD390C1E25}" dt="2024-04-23T22:11:35.490" v="2"/>
          <pc:sldLayoutMkLst>
            <pc:docMk/>
            <pc:sldMasterMk cId="870282797" sldId="2147483672"/>
            <pc:sldLayoutMk cId="713980144" sldId="2147483674"/>
          </pc:sldLayoutMkLst>
        </pc:sldLayoutChg>
        <pc:sldLayoutChg chg="add del mod replId">
          <pc:chgData name="Rakshitha Kandavara Jayarama" userId="S::rkandava@syr.edu::71e27d18-117d-47c9-9aa3-8a15a1e604cd" providerId="AD" clId="Web-{5C1E6E41-4195-92C3-07A3-DDCD390C1E25}" dt="2024-04-23T22:11:35.490" v="2"/>
          <pc:sldLayoutMkLst>
            <pc:docMk/>
            <pc:sldMasterMk cId="870282797" sldId="2147483672"/>
            <pc:sldLayoutMk cId="1533008208" sldId="2147483675"/>
          </pc:sldLayoutMkLst>
        </pc:sldLayoutChg>
        <pc:sldLayoutChg chg="add del mod replId">
          <pc:chgData name="Rakshitha Kandavara Jayarama" userId="S::rkandava@syr.edu::71e27d18-117d-47c9-9aa3-8a15a1e604cd" providerId="AD" clId="Web-{5C1E6E41-4195-92C3-07A3-DDCD390C1E25}" dt="2024-04-23T22:11:35.490" v="2"/>
          <pc:sldLayoutMkLst>
            <pc:docMk/>
            <pc:sldMasterMk cId="870282797" sldId="2147483672"/>
            <pc:sldLayoutMk cId="55875521" sldId="2147483676"/>
          </pc:sldLayoutMkLst>
        </pc:sldLayoutChg>
        <pc:sldLayoutChg chg="add del mod replId">
          <pc:chgData name="Rakshitha Kandavara Jayarama" userId="S::rkandava@syr.edu::71e27d18-117d-47c9-9aa3-8a15a1e604cd" providerId="AD" clId="Web-{5C1E6E41-4195-92C3-07A3-DDCD390C1E25}" dt="2024-04-23T22:11:35.490" v="2"/>
          <pc:sldLayoutMkLst>
            <pc:docMk/>
            <pc:sldMasterMk cId="870282797" sldId="2147483672"/>
            <pc:sldLayoutMk cId="3092949967" sldId="2147483677"/>
          </pc:sldLayoutMkLst>
        </pc:sldLayoutChg>
        <pc:sldLayoutChg chg="add del mod replId">
          <pc:chgData name="Rakshitha Kandavara Jayarama" userId="S::rkandava@syr.edu::71e27d18-117d-47c9-9aa3-8a15a1e604cd" providerId="AD" clId="Web-{5C1E6E41-4195-92C3-07A3-DDCD390C1E25}" dt="2024-04-23T22:11:35.490" v="2"/>
          <pc:sldLayoutMkLst>
            <pc:docMk/>
            <pc:sldMasterMk cId="870282797" sldId="2147483672"/>
            <pc:sldLayoutMk cId="353065845" sldId="2147483678"/>
          </pc:sldLayoutMkLst>
        </pc:sldLayoutChg>
        <pc:sldLayoutChg chg="add del mod replId">
          <pc:chgData name="Rakshitha Kandavara Jayarama" userId="S::rkandava@syr.edu::71e27d18-117d-47c9-9aa3-8a15a1e604cd" providerId="AD" clId="Web-{5C1E6E41-4195-92C3-07A3-DDCD390C1E25}" dt="2024-04-23T22:11:35.490" v="2"/>
          <pc:sldLayoutMkLst>
            <pc:docMk/>
            <pc:sldMasterMk cId="870282797" sldId="2147483672"/>
            <pc:sldLayoutMk cId="117828628" sldId="2147483679"/>
          </pc:sldLayoutMkLst>
        </pc:sldLayoutChg>
        <pc:sldLayoutChg chg="add del mod replId">
          <pc:chgData name="Rakshitha Kandavara Jayarama" userId="S::rkandava@syr.edu::71e27d18-117d-47c9-9aa3-8a15a1e604cd" providerId="AD" clId="Web-{5C1E6E41-4195-92C3-07A3-DDCD390C1E25}" dt="2024-04-23T22:11:35.490" v="2"/>
          <pc:sldLayoutMkLst>
            <pc:docMk/>
            <pc:sldMasterMk cId="870282797" sldId="2147483672"/>
            <pc:sldLayoutMk cId="3501043935" sldId="2147483680"/>
          </pc:sldLayoutMkLst>
        </pc:sldLayoutChg>
        <pc:sldLayoutChg chg="add del mod replId">
          <pc:chgData name="Rakshitha Kandavara Jayarama" userId="S::rkandava@syr.edu::71e27d18-117d-47c9-9aa3-8a15a1e604cd" providerId="AD" clId="Web-{5C1E6E41-4195-92C3-07A3-DDCD390C1E25}" dt="2024-04-23T22:11:35.490" v="2"/>
          <pc:sldLayoutMkLst>
            <pc:docMk/>
            <pc:sldMasterMk cId="870282797" sldId="2147483672"/>
            <pc:sldLayoutMk cId="3811046051" sldId="2147483681"/>
          </pc:sldLayoutMkLst>
        </pc:sldLayoutChg>
        <pc:sldLayoutChg chg="add del mod replId">
          <pc:chgData name="Rakshitha Kandavara Jayarama" userId="S::rkandava@syr.edu::71e27d18-117d-47c9-9aa3-8a15a1e604cd" providerId="AD" clId="Web-{5C1E6E41-4195-92C3-07A3-DDCD390C1E25}" dt="2024-04-23T22:11:35.490" v="2"/>
          <pc:sldLayoutMkLst>
            <pc:docMk/>
            <pc:sldMasterMk cId="870282797" sldId="2147483672"/>
            <pc:sldLayoutMk cId="1779610423" sldId="2147483682"/>
          </pc:sldLayoutMkLst>
        </pc:sldLayoutChg>
        <pc:sldLayoutChg chg="add del mod replId">
          <pc:chgData name="Rakshitha Kandavara Jayarama" userId="S::rkandava@syr.edu::71e27d18-117d-47c9-9aa3-8a15a1e604cd" providerId="AD" clId="Web-{5C1E6E41-4195-92C3-07A3-DDCD390C1E25}" dt="2024-04-23T22:11:35.490" v="2"/>
          <pc:sldLayoutMkLst>
            <pc:docMk/>
            <pc:sldMasterMk cId="870282797" sldId="2147483672"/>
            <pc:sldLayoutMk cId="477916424" sldId="2147483683"/>
          </pc:sldLayoutMkLst>
        </pc:sldLayoutChg>
      </pc:sldMasterChg>
      <pc:sldMasterChg chg="add del addSldLayout delSldLayout modSldLayout">
        <pc:chgData name="Rakshitha Kandavara Jayarama" userId="S::rkandava@syr.edu::71e27d18-117d-47c9-9aa3-8a15a1e604cd" providerId="AD" clId="Web-{5C1E6E41-4195-92C3-07A3-DDCD390C1E25}" dt="2024-04-24T00:34:12.850" v="465"/>
        <pc:sldMasterMkLst>
          <pc:docMk/>
          <pc:sldMasterMk cId="1201156904" sldId="2147483684"/>
        </pc:sldMasterMkLst>
        <pc:sldLayoutChg chg="add del mod replId">
          <pc:chgData name="Rakshitha Kandavara Jayarama" userId="S::rkandava@syr.edu::71e27d18-117d-47c9-9aa3-8a15a1e604cd" providerId="AD" clId="Web-{5C1E6E41-4195-92C3-07A3-DDCD390C1E25}" dt="2024-04-24T00:34:12.850" v="465"/>
          <pc:sldLayoutMkLst>
            <pc:docMk/>
            <pc:sldMasterMk cId="1201156904" sldId="2147483684"/>
            <pc:sldLayoutMk cId="2211416699" sldId="2147483685"/>
          </pc:sldLayoutMkLst>
        </pc:sldLayoutChg>
        <pc:sldLayoutChg chg="add del mod replId">
          <pc:chgData name="Rakshitha Kandavara Jayarama" userId="S::rkandava@syr.edu::71e27d18-117d-47c9-9aa3-8a15a1e604cd" providerId="AD" clId="Web-{5C1E6E41-4195-92C3-07A3-DDCD390C1E25}" dt="2024-04-24T00:34:12.850" v="465"/>
          <pc:sldLayoutMkLst>
            <pc:docMk/>
            <pc:sldMasterMk cId="1201156904" sldId="2147483684"/>
            <pc:sldLayoutMk cId="2211652561" sldId="2147483686"/>
          </pc:sldLayoutMkLst>
        </pc:sldLayoutChg>
        <pc:sldLayoutChg chg="add del mod replId">
          <pc:chgData name="Rakshitha Kandavara Jayarama" userId="S::rkandava@syr.edu::71e27d18-117d-47c9-9aa3-8a15a1e604cd" providerId="AD" clId="Web-{5C1E6E41-4195-92C3-07A3-DDCD390C1E25}" dt="2024-04-24T00:34:12.850" v="465"/>
          <pc:sldLayoutMkLst>
            <pc:docMk/>
            <pc:sldMasterMk cId="1201156904" sldId="2147483684"/>
            <pc:sldLayoutMk cId="3157881407" sldId="2147483687"/>
          </pc:sldLayoutMkLst>
        </pc:sldLayoutChg>
        <pc:sldLayoutChg chg="add del mod replId">
          <pc:chgData name="Rakshitha Kandavara Jayarama" userId="S::rkandava@syr.edu::71e27d18-117d-47c9-9aa3-8a15a1e604cd" providerId="AD" clId="Web-{5C1E6E41-4195-92C3-07A3-DDCD390C1E25}" dt="2024-04-24T00:34:12.850" v="465"/>
          <pc:sldLayoutMkLst>
            <pc:docMk/>
            <pc:sldMasterMk cId="1201156904" sldId="2147483684"/>
            <pc:sldLayoutMk cId="3528384111" sldId="2147483688"/>
          </pc:sldLayoutMkLst>
        </pc:sldLayoutChg>
        <pc:sldLayoutChg chg="add del mod replId">
          <pc:chgData name="Rakshitha Kandavara Jayarama" userId="S::rkandava@syr.edu::71e27d18-117d-47c9-9aa3-8a15a1e604cd" providerId="AD" clId="Web-{5C1E6E41-4195-92C3-07A3-DDCD390C1E25}" dt="2024-04-24T00:34:12.850" v="465"/>
          <pc:sldLayoutMkLst>
            <pc:docMk/>
            <pc:sldMasterMk cId="1201156904" sldId="2147483684"/>
            <pc:sldLayoutMk cId="573886448" sldId="2147483689"/>
          </pc:sldLayoutMkLst>
        </pc:sldLayoutChg>
        <pc:sldLayoutChg chg="add del mod replId">
          <pc:chgData name="Rakshitha Kandavara Jayarama" userId="S::rkandava@syr.edu::71e27d18-117d-47c9-9aa3-8a15a1e604cd" providerId="AD" clId="Web-{5C1E6E41-4195-92C3-07A3-DDCD390C1E25}" dt="2024-04-24T00:34:12.850" v="465"/>
          <pc:sldLayoutMkLst>
            <pc:docMk/>
            <pc:sldMasterMk cId="1201156904" sldId="2147483684"/>
            <pc:sldLayoutMk cId="14881366" sldId="2147483690"/>
          </pc:sldLayoutMkLst>
        </pc:sldLayoutChg>
        <pc:sldLayoutChg chg="add del mod replId">
          <pc:chgData name="Rakshitha Kandavara Jayarama" userId="S::rkandava@syr.edu::71e27d18-117d-47c9-9aa3-8a15a1e604cd" providerId="AD" clId="Web-{5C1E6E41-4195-92C3-07A3-DDCD390C1E25}" dt="2024-04-24T00:34:12.850" v="465"/>
          <pc:sldLayoutMkLst>
            <pc:docMk/>
            <pc:sldMasterMk cId="1201156904" sldId="2147483684"/>
            <pc:sldLayoutMk cId="2208497186" sldId="2147483691"/>
          </pc:sldLayoutMkLst>
        </pc:sldLayoutChg>
        <pc:sldLayoutChg chg="add del mod replId">
          <pc:chgData name="Rakshitha Kandavara Jayarama" userId="S::rkandava@syr.edu::71e27d18-117d-47c9-9aa3-8a15a1e604cd" providerId="AD" clId="Web-{5C1E6E41-4195-92C3-07A3-DDCD390C1E25}" dt="2024-04-24T00:34:12.850" v="465"/>
          <pc:sldLayoutMkLst>
            <pc:docMk/>
            <pc:sldMasterMk cId="1201156904" sldId="2147483684"/>
            <pc:sldLayoutMk cId="1886758959" sldId="2147483692"/>
          </pc:sldLayoutMkLst>
        </pc:sldLayoutChg>
        <pc:sldLayoutChg chg="add del mod replId">
          <pc:chgData name="Rakshitha Kandavara Jayarama" userId="S::rkandava@syr.edu::71e27d18-117d-47c9-9aa3-8a15a1e604cd" providerId="AD" clId="Web-{5C1E6E41-4195-92C3-07A3-DDCD390C1E25}" dt="2024-04-24T00:34:12.850" v="465"/>
          <pc:sldLayoutMkLst>
            <pc:docMk/>
            <pc:sldMasterMk cId="1201156904" sldId="2147483684"/>
            <pc:sldLayoutMk cId="3890522415" sldId="2147483693"/>
          </pc:sldLayoutMkLst>
        </pc:sldLayoutChg>
        <pc:sldLayoutChg chg="add del mod replId">
          <pc:chgData name="Rakshitha Kandavara Jayarama" userId="S::rkandava@syr.edu::71e27d18-117d-47c9-9aa3-8a15a1e604cd" providerId="AD" clId="Web-{5C1E6E41-4195-92C3-07A3-DDCD390C1E25}" dt="2024-04-24T00:34:12.850" v="465"/>
          <pc:sldLayoutMkLst>
            <pc:docMk/>
            <pc:sldMasterMk cId="1201156904" sldId="2147483684"/>
            <pc:sldLayoutMk cId="2298093412" sldId="2147483694"/>
          </pc:sldLayoutMkLst>
        </pc:sldLayoutChg>
        <pc:sldLayoutChg chg="add del mod replId">
          <pc:chgData name="Rakshitha Kandavara Jayarama" userId="S::rkandava@syr.edu::71e27d18-117d-47c9-9aa3-8a15a1e604cd" providerId="AD" clId="Web-{5C1E6E41-4195-92C3-07A3-DDCD390C1E25}" dt="2024-04-24T00:34:12.850" v="465"/>
          <pc:sldLayoutMkLst>
            <pc:docMk/>
            <pc:sldMasterMk cId="1201156904" sldId="2147483684"/>
            <pc:sldLayoutMk cId="2928486797" sldId="2147483695"/>
          </pc:sldLayoutMkLst>
        </pc:sldLayoutChg>
      </pc:sldMasterChg>
      <pc:sldMasterChg chg="add addSldLayout modSldLayout">
        <pc:chgData name="Rakshitha Kandavara Jayarama" userId="S::rkandava@syr.edu::71e27d18-117d-47c9-9aa3-8a15a1e604cd" providerId="AD" clId="Web-{5C1E6E41-4195-92C3-07A3-DDCD390C1E25}" dt="2024-04-24T00:34:12.850" v="465"/>
        <pc:sldMasterMkLst>
          <pc:docMk/>
          <pc:sldMasterMk cId="1769274776" sldId="2147483696"/>
        </pc:sldMasterMkLst>
        <pc:sldLayoutChg chg="add mod replId">
          <pc:chgData name="Rakshitha Kandavara Jayarama" userId="S::rkandava@syr.edu::71e27d18-117d-47c9-9aa3-8a15a1e604cd" providerId="AD" clId="Web-{5C1E6E41-4195-92C3-07A3-DDCD390C1E25}" dt="2024-04-24T00:34:12.850" v="465"/>
          <pc:sldLayoutMkLst>
            <pc:docMk/>
            <pc:sldMasterMk cId="1769274776" sldId="2147483696"/>
            <pc:sldLayoutMk cId="73644944" sldId="2147483697"/>
          </pc:sldLayoutMkLst>
        </pc:sldLayoutChg>
        <pc:sldLayoutChg chg="add mod replId">
          <pc:chgData name="Rakshitha Kandavara Jayarama" userId="S::rkandava@syr.edu::71e27d18-117d-47c9-9aa3-8a15a1e604cd" providerId="AD" clId="Web-{5C1E6E41-4195-92C3-07A3-DDCD390C1E25}" dt="2024-04-24T00:34:12.850" v="465"/>
          <pc:sldLayoutMkLst>
            <pc:docMk/>
            <pc:sldMasterMk cId="1769274776" sldId="2147483696"/>
            <pc:sldLayoutMk cId="905680122" sldId="2147483698"/>
          </pc:sldLayoutMkLst>
        </pc:sldLayoutChg>
        <pc:sldLayoutChg chg="add mod replId">
          <pc:chgData name="Rakshitha Kandavara Jayarama" userId="S::rkandava@syr.edu::71e27d18-117d-47c9-9aa3-8a15a1e604cd" providerId="AD" clId="Web-{5C1E6E41-4195-92C3-07A3-DDCD390C1E25}" dt="2024-04-24T00:34:12.850" v="465"/>
          <pc:sldLayoutMkLst>
            <pc:docMk/>
            <pc:sldMasterMk cId="1769274776" sldId="2147483696"/>
            <pc:sldLayoutMk cId="1473956371" sldId="2147483699"/>
          </pc:sldLayoutMkLst>
        </pc:sldLayoutChg>
        <pc:sldLayoutChg chg="add mod replId">
          <pc:chgData name="Rakshitha Kandavara Jayarama" userId="S::rkandava@syr.edu::71e27d18-117d-47c9-9aa3-8a15a1e604cd" providerId="AD" clId="Web-{5C1E6E41-4195-92C3-07A3-DDCD390C1E25}" dt="2024-04-24T00:34:12.850" v="465"/>
          <pc:sldLayoutMkLst>
            <pc:docMk/>
            <pc:sldMasterMk cId="1769274776" sldId="2147483696"/>
            <pc:sldLayoutMk cId="1264146974" sldId="2147483700"/>
          </pc:sldLayoutMkLst>
        </pc:sldLayoutChg>
        <pc:sldLayoutChg chg="add mod replId">
          <pc:chgData name="Rakshitha Kandavara Jayarama" userId="S::rkandava@syr.edu::71e27d18-117d-47c9-9aa3-8a15a1e604cd" providerId="AD" clId="Web-{5C1E6E41-4195-92C3-07A3-DDCD390C1E25}" dt="2024-04-24T00:34:12.850" v="465"/>
          <pc:sldLayoutMkLst>
            <pc:docMk/>
            <pc:sldMasterMk cId="1769274776" sldId="2147483696"/>
            <pc:sldLayoutMk cId="1452342174" sldId="2147483701"/>
          </pc:sldLayoutMkLst>
        </pc:sldLayoutChg>
        <pc:sldLayoutChg chg="add mod replId">
          <pc:chgData name="Rakshitha Kandavara Jayarama" userId="S::rkandava@syr.edu::71e27d18-117d-47c9-9aa3-8a15a1e604cd" providerId="AD" clId="Web-{5C1E6E41-4195-92C3-07A3-DDCD390C1E25}" dt="2024-04-24T00:34:12.850" v="465"/>
          <pc:sldLayoutMkLst>
            <pc:docMk/>
            <pc:sldMasterMk cId="1769274776" sldId="2147483696"/>
            <pc:sldLayoutMk cId="18904558" sldId="2147483702"/>
          </pc:sldLayoutMkLst>
        </pc:sldLayoutChg>
        <pc:sldLayoutChg chg="add mod replId">
          <pc:chgData name="Rakshitha Kandavara Jayarama" userId="S::rkandava@syr.edu::71e27d18-117d-47c9-9aa3-8a15a1e604cd" providerId="AD" clId="Web-{5C1E6E41-4195-92C3-07A3-DDCD390C1E25}" dt="2024-04-24T00:34:12.850" v="465"/>
          <pc:sldLayoutMkLst>
            <pc:docMk/>
            <pc:sldMasterMk cId="1769274776" sldId="2147483696"/>
            <pc:sldLayoutMk cId="929495573" sldId="2147483703"/>
          </pc:sldLayoutMkLst>
        </pc:sldLayoutChg>
        <pc:sldLayoutChg chg="add mod replId">
          <pc:chgData name="Rakshitha Kandavara Jayarama" userId="S::rkandava@syr.edu::71e27d18-117d-47c9-9aa3-8a15a1e604cd" providerId="AD" clId="Web-{5C1E6E41-4195-92C3-07A3-DDCD390C1E25}" dt="2024-04-24T00:34:12.850" v="465"/>
          <pc:sldLayoutMkLst>
            <pc:docMk/>
            <pc:sldMasterMk cId="1769274776" sldId="2147483696"/>
            <pc:sldLayoutMk cId="3946757484" sldId="2147483704"/>
          </pc:sldLayoutMkLst>
        </pc:sldLayoutChg>
        <pc:sldLayoutChg chg="add mod replId">
          <pc:chgData name="Rakshitha Kandavara Jayarama" userId="S::rkandava@syr.edu::71e27d18-117d-47c9-9aa3-8a15a1e604cd" providerId="AD" clId="Web-{5C1E6E41-4195-92C3-07A3-DDCD390C1E25}" dt="2024-04-24T00:34:12.850" v="465"/>
          <pc:sldLayoutMkLst>
            <pc:docMk/>
            <pc:sldMasterMk cId="1769274776" sldId="2147483696"/>
            <pc:sldLayoutMk cId="633565605" sldId="2147483705"/>
          </pc:sldLayoutMkLst>
        </pc:sldLayoutChg>
        <pc:sldLayoutChg chg="add mod replId">
          <pc:chgData name="Rakshitha Kandavara Jayarama" userId="S::rkandava@syr.edu::71e27d18-117d-47c9-9aa3-8a15a1e604cd" providerId="AD" clId="Web-{5C1E6E41-4195-92C3-07A3-DDCD390C1E25}" dt="2024-04-24T00:34:12.850" v="465"/>
          <pc:sldLayoutMkLst>
            <pc:docMk/>
            <pc:sldMasterMk cId="1769274776" sldId="2147483696"/>
            <pc:sldLayoutMk cId="1635805889" sldId="2147483706"/>
          </pc:sldLayoutMkLst>
        </pc:sldLayoutChg>
        <pc:sldLayoutChg chg="add mod replId">
          <pc:chgData name="Rakshitha Kandavara Jayarama" userId="S::rkandava@syr.edu::71e27d18-117d-47c9-9aa3-8a15a1e604cd" providerId="AD" clId="Web-{5C1E6E41-4195-92C3-07A3-DDCD390C1E25}" dt="2024-04-24T00:34:12.850" v="465"/>
          <pc:sldLayoutMkLst>
            <pc:docMk/>
            <pc:sldMasterMk cId="1769274776" sldId="2147483696"/>
            <pc:sldLayoutMk cId="466865507" sldId="2147483707"/>
          </pc:sldLayoutMkLst>
        </pc:sldLayoutChg>
        <pc:sldLayoutChg chg="add mod replId">
          <pc:chgData name="Rakshitha Kandavara Jayarama" userId="S::rkandava@syr.edu::71e27d18-117d-47c9-9aa3-8a15a1e604cd" providerId="AD" clId="Web-{5C1E6E41-4195-92C3-07A3-DDCD390C1E25}" dt="2024-04-24T00:34:12.850" v="465"/>
          <pc:sldLayoutMkLst>
            <pc:docMk/>
            <pc:sldMasterMk cId="1769274776" sldId="2147483696"/>
            <pc:sldLayoutMk cId="3517429618" sldId="2147483708"/>
          </pc:sldLayoutMkLst>
        </pc:sldLayoutChg>
        <pc:sldLayoutChg chg="add mod replId">
          <pc:chgData name="Rakshitha Kandavara Jayarama" userId="S::rkandava@syr.edu::71e27d18-117d-47c9-9aa3-8a15a1e604cd" providerId="AD" clId="Web-{5C1E6E41-4195-92C3-07A3-DDCD390C1E25}" dt="2024-04-24T00:34:12.850" v="465"/>
          <pc:sldLayoutMkLst>
            <pc:docMk/>
            <pc:sldMasterMk cId="1769274776" sldId="2147483696"/>
            <pc:sldLayoutMk cId="654177802" sldId="2147483709"/>
          </pc:sldLayoutMkLst>
        </pc:sldLayoutChg>
        <pc:sldLayoutChg chg="add mod replId">
          <pc:chgData name="Rakshitha Kandavara Jayarama" userId="S::rkandava@syr.edu::71e27d18-117d-47c9-9aa3-8a15a1e604cd" providerId="AD" clId="Web-{5C1E6E41-4195-92C3-07A3-DDCD390C1E25}" dt="2024-04-24T00:34:12.850" v="465"/>
          <pc:sldLayoutMkLst>
            <pc:docMk/>
            <pc:sldMasterMk cId="1769274776" sldId="2147483696"/>
            <pc:sldLayoutMk cId="834780707" sldId="2147483710"/>
          </pc:sldLayoutMkLst>
        </pc:sldLayoutChg>
        <pc:sldLayoutChg chg="add mod replId">
          <pc:chgData name="Rakshitha Kandavara Jayarama" userId="S::rkandava@syr.edu::71e27d18-117d-47c9-9aa3-8a15a1e604cd" providerId="AD" clId="Web-{5C1E6E41-4195-92C3-07A3-DDCD390C1E25}" dt="2024-04-24T00:34:12.850" v="465"/>
          <pc:sldLayoutMkLst>
            <pc:docMk/>
            <pc:sldMasterMk cId="1769274776" sldId="2147483696"/>
            <pc:sldLayoutMk cId="2831817794" sldId="2147483711"/>
          </pc:sldLayoutMkLst>
        </pc:sldLayoutChg>
        <pc:sldLayoutChg chg="add mod replId">
          <pc:chgData name="Rakshitha Kandavara Jayarama" userId="S::rkandava@syr.edu::71e27d18-117d-47c9-9aa3-8a15a1e604cd" providerId="AD" clId="Web-{5C1E6E41-4195-92C3-07A3-DDCD390C1E25}" dt="2024-04-24T00:34:12.850" v="465"/>
          <pc:sldLayoutMkLst>
            <pc:docMk/>
            <pc:sldMasterMk cId="1769274776" sldId="2147483696"/>
            <pc:sldLayoutMk cId="3467080336" sldId="2147483712"/>
          </pc:sldLayoutMkLst>
        </pc:sldLayoutChg>
        <pc:sldLayoutChg chg="add mod replId">
          <pc:chgData name="Rakshitha Kandavara Jayarama" userId="S::rkandava@syr.edu::71e27d18-117d-47c9-9aa3-8a15a1e604cd" providerId="AD" clId="Web-{5C1E6E41-4195-92C3-07A3-DDCD390C1E25}" dt="2024-04-24T00:34:12.850" v="465"/>
          <pc:sldLayoutMkLst>
            <pc:docMk/>
            <pc:sldMasterMk cId="1769274776" sldId="2147483696"/>
            <pc:sldLayoutMk cId="306348152" sldId="2147483713"/>
          </pc:sldLayoutMkLst>
        </pc:sldLayoutChg>
      </pc:sldMasterChg>
      <pc:sldMasterChg chg="add del addSldLayout delSldLayout modSldLayout">
        <pc:chgData name="Rakshitha Kandavara Jayarama" userId="S::rkandava@syr.edu::71e27d18-117d-47c9-9aa3-8a15a1e604cd" providerId="AD" clId="Web-{5C1E6E41-4195-92C3-07A3-DDCD390C1E25}" dt="2024-04-24T00:33:48.552" v="464"/>
        <pc:sldMasterMkLst>
          <pc:docMk/>
          <pc:sldMasterMk cId="2083047509" sldId="2147483696"/>
        </pc:sldMasterMkLst>
        <pc:sldLayoutChg chg="add del mod replId">
          <pc:chgData name="Rakshitha Kandavara Jayarama" userId="S::rkandava@syr.edu::71e27d18-117d-47c9-9aa3-8a15a1e604cd" providerId="AD" clId="Web-{5C1E6E41-4195-92C3-07A3-DDCD390C1E25}" dt="2024-04-24T00:33:48.552" v="464"/>
          <pc:sldLayoutMkLst>
            <pc:docMk/>
            <pc:sldMasterMk cId="2083047509" sldId="2147483696"/>
            <pc:sldLayoutMk cId="647763914" sldId="2147483697"/>
          </pc:sldLayoutMkLst>
        </pc:sldLayoutChg>
        <pc:sldLayoutChg chg="add del mod replId">
          <pc:chgData name="Rakshitha Kandavara Jayarama" userId="S::rkandava@syr.edu::71e27d18-117d-47c9-9aa3-8a15a1e604cd" providerId="AD" clId="Web-{5C1E6E41-4195-92C3-07A3-DDCD390C1E25}" dt="2024-04-24T00:33:48.552" v="464"/>
          <pc:sldLayoutMkLst>
            <pc:docMk/>
            <pc:sldMasterMk cId="2083047509" sldId="2147483696"/>
            <pc:sldLayoutMk cId="2876182777" sldId="2147483698"/>
          </pc:sldLayoutMkLst>
        </pc:sldLayoutChg>
        <pc:sldLayoutChg chg="add del mod replId">
          <pc:chgData name="Rakshitha Kandavara Jayarama" userId="S::rkandava@syr.edu::71e27d18-117d-47c9-9aa3-8a15a1e604cd" providerId="AD" clId="Web-{5C1E6E41-4195-92C3-07A3-DDCD390C1E25}" dt="2024-04-24T00:33:48.552" v="464"/>
          <pc:sldLayoutMkLst>
            <pc:docMk/>
            <pc:sldMasterMk cId="2083047509" sldId="2147483696"/>
            <pc:sldLayoutMk cId="1834862845" sldId="2147483699"/>
          </pc:sldLayoutMkLst>
        </pc:sldLayoutChg>
        <pc:sldLayoutChg chg="add del mod replId">
          <pc:chgData name="Rakshitha Kandavara Jayarama" userId="S::rkandava@syr.edu::71e27d18-117d-47c9-9aa3-8a15a1e604cd" providerId="AD" clId="Web-{5C1E6E41-4195-92C3-07A3-DDCD390C1E25}" dt="2024-04-24T00:33:48.552" v="464"/>
          <pc:sldLayoutMkLst>
            <pc:docMk/>
            <pc:sldMasterMk cId="2083047509" sldId="2147483696"/>
            <pc:sldLayoutMk cId="982439935" sldId="2147483700"/>
          </pc:sldLayoutMkLst>
        </pc:sldLayoutChg>
        <pc:sldLayoutChg chg="add del mod replId">
          <pc:chgData name="Rakshitha Kandavara Jayarama" userId="S::rkandava@syr.edu::71e27d18-117d-47c9-9aa3-8a15a1e604cd" providerId="AD" clId="Web-{5C1E6E41-4195-92C3-07A3-DDCD390C1E25}" dt="2024-04-24T00:33:48.552" v="464"/>
          <pc:sldLayoutMkLst>
            <pc:docMk/>
            <pc:sldMasterMk cId="2083047509" sldId="2147483696"/>
            <pc:sldLayoutMk cId="3137139917" sldId="2147483701"/>
          </pc:sldLayoutMkLst>
        </pc:sldLayoutChg>
        <pc:sldLayoutChg chg="add del mod replId">
          <pc:chgData name="Rakshitha Kandavara Jayarama" userId="S::rkandava@syr.edu::71e27d18-117d-47c9-9aa3-8a15a1e604cd" providerId="AD" clId="Web-{5C1E6E41-4195-92C3-07A3-DDCD390C1E25}" dt="2024-04-24T00:33:48.552" v="464"/>
          <pc:sldLayoutMkLst>
            <pc:docMk/>
            <pc:sldMasterMk cId="2083047509" sldId="2147483696"/>
            <pc:sldLayoutMk cId="3885420565" sldId="2147483702"/>
          </pc:sldLayoutMkLst>
        </pc:sldLayoutChg>
        <pc:sldLayoutChg chg="add del mod replId">
          <pc:chgData name="Rakshitha Kandavara Jayarama" userId="S::rkandava@syr.edu::71e27d18-117d-47c9-9aa3-8a15a1e604cd" providerId="AD" clId="Web-{5C1E6E41-4195-92C3-07A3-DDCD390C1E25}" dt="2024-04-24T00:33:48.552" v="464"/>
          <pc:sldLayoutMkLst>
            <pc:docMk/>
            <pc:sldMasterMk cId="2083047509" sldId="2147483696"/>
            <pc:sldLayoutMk cId="1646479990" sldId="2147483703"/>
          </pc:sldLayoutMkLst>
        </pc:sldLayoutChg>
        <pc:sldLayoutChg chg="add del mod replId">
          <pc:chgData name="Rakshitha Kandavara Jayarama" userId="S::rkandava@syr.edu::71e27d18-117d-47c9-9aa3-8a15a1e604cd" providerId="AD" clId="Web-{5C1E6E41-4195-92C3-07A3-DDCD390C1E25}" dt="2024-04-24T00:33:48.552" v="464"/>
          <pc:sldLayoutMkLst>
            <pc:docMk/>
            <pc:sldMasterMk cId="2083047509" sldId="2147483696"/>
            <pc:sldLayoutMk cId="3259997323" sldId="2147483704"/>
          </pc:sldLayoutMkLst>
        </pc:sldLayoutChg>
        <pc:sldLayoutChg chg="add del mod replId">
          <pc:chgData name="Rakshitha Kandavara Jayarama" userId="S::rkandava@syr.edu::71e27d18-117d-47c9-9aa3-8a15a1e604cd" providerId="AD" clId="Web-{5C1E6E41-4195-92C3-07A3-DDCD390C1E25}" dt="2024-04-24T00:33:48.552" v="464"/>
          <pc:sldLayoutMkLst>
            <pc:docMk/>
            <pc:sldMasterMk cId="2083047509" sldId="2147483696"/>
            <pc:sldLayoutMk cId="1834912381" sldId="2147483705"/>
          </pc:sldLayoutMkLst>
        </pc:sldLayoutChg>
        <pc:sldLayoutChg chg="add del mod replId">
          <pc:chgData name="Rakshitha Kandavara Jayarama" userId="S::rkandava@syr.edu::71e27d18-117d-47c9-9aa3-8a15a1e604cd" providerId="AD" clId="Web-{5C1E6E41-4195-92C3-07A3-DDCD390C1E25}" dt="2024-04-24T00:33:48.552" v="464"/>
          <pc:sldLayoutMkLst>
            <pc:docMk/>
            <pc:sldMasterMk cId="2083047509" sldId="2147483696"/>
            <pc:sldLayoutMk cId="1689977025" sldId="2147483706"/>
          </pc:sldLayoutMkLst>
        </pc:sldLayoutChg>
        <pc:sldLayoutChg chg="add del mod replId">
          <pc:chgData name="Rakshitha Kandavara Jayarama" userId="S::rkandava@syr.edu::71e27d18-117d-47c9-9aa3-8a15a1e604cd" providerId="AD" clId="Web-{5C1E6E41-4195-92C3-07A3-DDCD390C1E25}" dt="2024-04-24T00:33:48.552" v="464"/>
          <pc:sldLayoutMkLst>
            <pc:docMk/>
            <pc:sldMasterMk cId="2083047509" sldId="2147483696"/>
            <pc:sldLayoutMk cId="3236591504" sldId="2147483707"/>
          </pc:sldLayoutMkLst>
        </pc:sldLayoutChg>
      </pc:sldMasterChg>
    </pc:docChg>
  </pc:docChgLst>
  <pc:docChgLst>
    <pc:chgData name="Mukkesh Medai Dalavoi Kumaraswamy" userId="S::mmedaida@syr.edu::26bb6432-7bb0-4476-a194-281674f0f0ba" providerId="AD" clId="Web-{6A4F8B20-1F67-2D9C-B67D-9D26B5E26672}"/>
    <pc:docChg chg="addSld modSld">
      <pc:chgData name="Mukkesh Medai Dalavoi Kumaraswamy" userId="S::mmedaida@syr.edu::26bb6432-7bb0-4476-a194-281674f0f0ba" providerId="AD" clId="Web-{6A4F8B20-1F67-2D9C-B67D-9D26B5E26672}" dt="2024-04-23T23:07:10.794" v="59" actId="20577"/>
      <pc:docMkLst>
        <pc:docMk/>
      </pc:docMkLst>
      <pc:sldChg chg="modSp">
        <pc:chgData name="Mukkesh Medai Dalavoi Kumaraswamy" userId="S::mmedaida@syr.edu::26bb6432-7bb0-4476-a194-281674f0f0ba" providerId="AD" clId="Web-{6A4F8B20-1F67-2D9C-B67D-9D26B5E26672}" dt="2024-04-23T23:07:10.794" v="59" actId="20577"/>
        <pc:sldMkLst>
          <pc:docMk/>
          <pc:sldMk cId="3600457823" sldId="257"/>
        </pc:sldMkLst>
        <pc:spChg chg="mod">
          <ac:chgData name="Mukkesh Medai Dalavoi Kumaraswamy" userId="S::mmedaida@syr.edu::26bb6432-7bb0-4476-a194-281674f0f0ba" providerId="AD" clId="Web-{6A4F8B20-1F67-2D9C-B67D-9D26B5E26672}" dt="2024-04-23T23:07:10.794" v="59" actId="20577"/>
          <ac:spMkLst>
            <pc:docMk/>
            <pc:sldMk cId="3600457823" sldId="257"/>
            <ac:spMk id="3" creationId="{F3360913-0774-0D0C-D629-EB52EB97CDE4}"/>
          </ac:spMkLst>
        </pc:spChg>
      </pc:sldChg>
      <pc:sldChg chg="modSp">
        <pc:chgData name="Mukkesh Medai Dalavoi Kumaraswamy" userId="S::mmedaida@syr.edu::26bb6432-7bb0-4476-a194-281674f0f0ba" providerId="AD" clId="Web-{6A4F8B20-1F67-2D9C-B67D-9D26B5E26672}" dt="2024-04-23T23:00:16.612" v="54" actId="20577"/>
        <pc:sldMkLst>
          <pc:docMk/>
          <pc:sldMk cId="780369314" sldId="258"/>
        </pc:sldMkLst>
        <pc:spChg chg="mod">
          <ac:chgData name="Mukkesh Medai Dalavoi Kumaraswamy" userId="S::mmedaida@syr.edu::26bb6432-7bb0-4476-a194-281674f0f0ba" providerId="AD" clId="Web-{6A4F8B20-1F67-2D9C-B67D-9D26B5E26672}" dt="2024-04-23T23:00:16.612" v="54" actId="20577"/>
          <ac:spMkLst>
            <pc:docMk/>
            <pc:sldMk cId="780369314" sldId="258"/>
            <ac:spMk id="3" creationId="{B93F25F8-4E50-AE15-F413-3360FCE164B5}"/>
          </ac:spMkLst>
        </pc:spChg>
      </pc:sldChg>
      <pc:sldChg chg="modSp new">
        <pc:chgData name="Mukkesh Medai Dalavoi Kumaraswamy" userId="S::mmedaida@syr.edu::26bb6432-7bb0-4476-a194-281674f0f0ba" providerId="AD" clId="Web-{6A4F8B20-1F67-2D9C-B67D-9D26B5E26672}" dt="2024-04-23T22:57:59.592" v="51" actId="20577"/>
        <pc:sldMkLst>
          <pc:docMk/>
          <pc:sldMk cId="1778330130" sldId="259"/>
        </pc:sldMkLst>
        <pc:spChg chg="mod">
          <ac:chgData name="Mukkesh Medai Dalavoi Kumaraswamy" userId="S::mmedaida@syr.edu::26bb6432-7bb0-4476-a194-281674f0f0ba" providerId="AD" clId="Web-{6A4F8B20-1F67-2D9C-B67D-9D26B5E26672}" dt="2024-04-23T22:57:59.592" v="51" actId="20577"/>
          <ac:spMkLst>
            <pc:docMk/>
            <pc:sldMk cId="1778330130" sldId="259"/>
            <ac:spMk id="2" creationId="{4E443E34-44B1-1EE2-D5D0-FD4828D2C8EB}"/>
          </ac:spMkLst>
        </pc:spChg>
        <pc:spChg chg="mod">
          <ac:chgData name="Mukkesh Medai Dalavoi Kumaraswamy" userId="S::mmedaida@syr.edu::26bb6432-7bb0-4476-a194-281674f0f0ba" providerId="AD" clId="Web-{6A4F8B20-1F67-2D9C-B67D-9D26B5E26672}" dt="2024-04-23T22:49:19.094" v="30" actId="20577"/>
          <ac:spMkLst>
            <pc:docMk/>
            <pc:sldMk cId="1778330130" sldId="259"/>
            <ac:spMk id="3" creationId="{53ADBB1C-9F92-3F3E-B33A-1A08C45C52C9}"/>
          </ac:spMkLst>
        </pc:spChg>
      </pc:sldChg>
    </pc:docChg>
  </pc:docChgLst>
  <pc:docChgLst>
    <pc:chgData name="Mukkesh Medai Dalavoi Kumaraswamy" userId="S::mmedaida@syr.edu::26bb6432-7bb0-4476-a194-281674f0f0ba" providerId="AD" clId="Web-{6C211526-E084-A9BB-25FD-14D52C545C72}"/>
    <pc:docChg chg="addSld delSld modSld">
      <pc:chgData name="Mukkesh Medai Dalavoi Kumaraswamy" userId="S::mmedaida@syr.edu::26bb6432-7bb0-4476-a194-281674f0f0ba" providerId="AD" clId="Web-{6C211526-E084-A9BB-25FD-14D52C545C72}" dt="2024-04-24T02:02:21.614" v="169" actId="14100"/>
      <pc:docMkLst>
        <pc:docMk/>
      </pc:docMkLst>
      <pc:sldChg chg="modSp">
        <pc:chgData name="Mukkesh Medai Dalavoi Kumaraswamy" userId="S::mmedaida@syr.edu::26bb6432-7bb0-4476-a194-281674f0f0ba" providerId="AD" clId="Web-{6C211526-E084-A9BB-25FD-14D52C545C72}" dt="2024-04-24T01:28:46.245" v="162" actId="20577"/>
        <pc:sldMkLst>
          <pc:docMk/>
          <pc:sldMk cId="2536778600" sldId="256"/>
        </pc:sldMkLst>
        <pc:spChg chg="mod">
          <ac:chgData name="Mukkesh Medai Dalavoi Kumaraswamy" userId="S::mmedaida@syr.edu::26bb6432-7bb0-4476-a194-281674f0f0ba" providerId="AD" clId="Web-{6C211526-E084-A9BB-25FD-14D52C545C72}" dt="2024-04-24T01:28:46.245" v="162" actId="20577"/>
          <ac:spMkLst>
            <pc:docMk/>
            <pc:sldMk cId="2536778600" sldId="256"/>
            <ac:spMk id="3" creationId="{0ABDF16B-01E0-71D9-1112-F7235A91909C}"/>
          </ac:spMkLst>
        </pc:spChg>
      </pc:sldChg>
      <pc:sldChg chg="modSp">
        <pc:chgData name="Mukkesh Medai Dalavoi Kumaraswamy" userId="S::mmedaida@syr.edu::26bb6432-7bb0-4476-a194-281674f0f0ba" providerId="AD" clId="Web-{6C211526-E084-A9BB-25FD-14D52C545C72}" dt="2024-04-24T01:36:17.367" v="163" actId="1076"/>
        <pc:sldMkLst>
          <pc:docMk/>
          <pc:sldMk cId="3600457823" sldId="257"/>
        </pc:sldMkLst>
        <pc:spChg chg="mod">
          <ac:chgData name="Mukkesh Medai Dalavoi Kumaraswamy" userId="S::mmedaida@syr.edu::26bb6432-7bb0-4476-a194-281674f0f0ba" providerId="AD" clId="Web-{6C211526-E084-A9BB-25FD-14D52C545C72}" dt="2024-04-24T01:36:17.367" v="163" actId="1076"/>
          <ac:spMkLst>
            <pc:docMk/>
            <pc:sldMk cId="3600457823" sldId="257"/>
            <ac:spMk id="3" creationId="{F3360913-0774-0D0C-D629-EB52EB97CDE4}"/>
          </ac:spMkLst>
        </pc:spChg>
      </pc:sldChg>
      <pc:sldChg chg="modSp">
        <pc:chgData name="Mukkesh Medai Dalavoi Kumaraswamy" userId="S::mmedaida@syr.edu::26bb6432-7bb0-4476-a194-281674f0f0ba" providerId="AD" clId="Web-{6C211526-E084-A9BB-25FD-14D52C545C72}" dt="2024-04-24T01:09:52.760" v="95" actId="1076"/>
        <pc:sldMkLst>
          <pc:docMk/>
          <pc:sldMk cId="1778330130" sldId="259"/>
        </pc:sldMkLst>
        <pc:spChg chg="mod">
          <ac:chgData name="Mukkesh Medai Dalavoi Kumaraswamy" userId="S::mmedaida@syr.edu::26bb6432-7bb0-4476-a194-281674f0f0ba" providerId="AD" clId="Web-{6C211526-E084-A9BB-25FD-14D52C545C72}" dt="2024-04-24T01:09:52.760" v="95" actId="1076"/>
          <ac:spMkLst>
            <pc:docMk/>
            <pc:sldMk cId="1778330130" sldId="259"/>
            <ac:spMk id="3" creationId="{53ADBB1C-9F92-3F3E-B33A-1A08C45C52C9}"/>
          </ac:spMkLst>
        </pc:spChg>
      </pc:sldChg>
      <pc:sldChg chg="modSp">
        <pc:chgData name="Mukkesh Medai Dalavoi Kumaraswamy" userId="S::mmedaida@syr.edu::26bb6432-7bb0-4476-a194-281674f0f0ba" providerId="AD" clId="Web-{6C211526-E084-A9BB-25FD-14D52C545C72}" dt="2024-04-24T01:09:38.494" v="94" actId="20577"/>
        <pc:sldMkLst>
          <pc:docMk/>
          <pc:sldMk cId="1822524852" sldId="260"/>
        </pc:sldMkLst>
        <pc:spChg chg="mod">
          <ac:chgData name="Mukkesh Medai Dalavoi Kumaraswamy" userId="S::mmedaida@syr.edu::26bb6432-7bb0-4476-a194-281674f0f0ba" providerId="AD" clId="Web-{6C211526-E084-A9BB-25FD-14D52C545C72}" dt="2024-04-24T01:09:38.494" v="94" actId="20577"/>
          <ac:spMkLst>
            <pc:docMk/>
            <pc:sldMk cId="1822524852" sldId="260"/>
            <ac:spMk id="3" creationId="{6E90D9D6-BA7B-31AE-B429-9C94467B5E13}"/>
          </ac:spMkLst>
        </pc:spChg>
      </pc:sldChg>
      <pc:sldChg chg="delSp">
        <pc:chgData name="Mukkesh Medai Dalavoi Kumaraswamy" userId="S::mmedaida@syr.edu::26bb6432-7bb0-4476-a194-281674f0f0ba" providerId="AD" clId="Web-{6C211526-E084-A9BB-25FD-14D52C545C72}" dt="2024-04-24T01:17:56.226" v="137"/>
        <pc:sldMkLst>
          <pc:docMk/>
          <pc:sldMk cId="3787919729" sldId="261"/>
        </pc:sldMkLst>
        <pc:spChg chg="del">
          <ac:chgData name="Mukkesh Medai Dalavoi Kumaraswamy" userId="S::mmedaida@syr.edu::26bb6432-7bb0-4476-a194-281674f0f0ba" providerId="AD" clId="Web-{6C211526-E084-A9BB-25FD-14D52C545C72}" dt="2024-04-24T01:17:56.226" v="137"/>
          <ac:spMkLst>
            <pc:docMk/>
            <pc:sldMk cId="3787919729" sldId="261"/>
            <ac:spMk id="2" creationId="{2F3D8E43-95EC-63D0-D243-7E4061E04577}"/>
          </ac:spMkLst>
        </pc:spChg>
      </pc:sldChg>
      <pc:sldChg chg="modSp new">
        <pc:chgData name="Mukkesh Medai Dalavoi Kumaraswamy" userId="S::mmedaida@syr.edu::26bb6432-7bb0-4476-a194-281674f0f0ba" providerId="AD" clId="Web-{6C211526-E084-A9BB-25FD-14D52C545C72}" dt="2024-04-24T01:27:18.289" v="160" actId="20577"/>
        <pc:sldMkLst>
          <pc:docMk/>
          <pc:sldMk cId="593136645" sldId="262"/>
        </pc:sldMkLst>
        <pc:spChg chg="mod">
          <ac:chgData name="Mukkesh Medai Dalavoi Kumaraswamy" userId="S::mmedaida@syr.edu::26bb6432-7bb0-4476-a194-281674f0f0ba" providerId="AD" clId="Web-{6C211526-E084-A9BB-25FD-14D52C545C72}" dt="2024-04-24T01:11:29.950" v="97" actId="20577"/>
          <ac:spMkLst>
            <pc:docMk/>
            <pc:sldMk cId="593136645" sldId="262"/>
            <ac:spMk id="2" creationId="{07DA0F7B-BFB9-0757-7C29-486A3743E118}"/>
          </ac:spMkLst>
        </pc:spChg>
        <pc:spChg chg="mod">
          <ac:chgData name="Mukkesh Medai Dalavoi Kumaraswamy" userId="S::mmedaida@syr.edu::26bb6432-7bb0-4476-a194-281674f0f0ba" providerId="AD" clId="Web-{6C211526-E084-A9BB-25FD-14D52C545C72}" dt="2024-04-24T01:27:18.289" v="160" actId="20577"/>
          <ac:spMkLst>
            <pc:docMk/>
            <pc:sldMk cId="593136645" sldId="262"/>
            <ac:spMk id="3" creationId="{9B581A4D-6CFA-D553-9AB1-57ACA4392AE2}"/>
          </ac:spMkLst>
        </pc:spChg>
      </pc:sldChg>
      <pc:sldChg chg="new del">
        <pc:chgData name="Mukkesh Medai Dalavoi Kumaraswamy" userId="S::mmedaida@syr.edu::26bb6432-7bb0-4476-a194-281674f0f0ba" providerId="AD" clId="Web-{6C211526-E084-A9BB-25FD-14D52C545C72}" dt="2024-04-23T23:56:24.783" v="91"/>
        <pc:sldMkLst>
          <pc:docMk/>
          <pc:sldMk cId="3389759615" sldId="263"/>
        </pc:sldMkLst>
      </pc:sldChg>
      <pc:sldChg chg="modSp new">
        <pc:chgData name="Mukkesh Medai Dalavoi Kumaraswamy" userId="S::mmedaida@syr.edu::26bb6432-7bb0-4476-a194-281674f0f0ba" providerId="AD" clId="Web-{6C211526-E084-A9BB-25FD-14D52C545C72}" dt="2024-04-24T01:16:56.022" v="136" actId="20577"/>
        <pc:sldMkLst>
          <pc:docMk/>
          <pc:sldMk cId="3162070348" sldId="264"/>
        </pc:sldMkLst>
        <pc:spChg chg="mod">
          <ac:chgData name="Mukkesh Medai Dalavoi Kumaraswamy" userId="S::mmedaida@syr.edu::26bb6432-7bb0-4476-a194-281674f0f0ba" providerId="AD" clId="Web-{6C211526-E084-A9BB-25FD-14D52C545C72}" dt="2024-04-24T01:16:56.022" v="136" actId="20577"/>
          <ac:spMkLst>
            <pc:docMk/>
            <pc:sldMk cId="3162070348" sldId="264"/>
            <ac:spMk id="3" creationId="{F4C7911D-E4C8-3392-4F65-DD4B81448DDA}"/>
          </ac:spMkLst>
        </pc:spChg>
      </pc:sldChg>
      <pc:sldChg chg="modSp new">
        <pc:chgData name="Mukkesh Medai Dalavoi Kumaraswamy" userId="S::mmedaida@syr.edu::26bb6432-7bb0-4476-a194-281674f0f0ba" providerId="AD" clId="Web-{6C211526-E084-A9BB-25FD-14D52C545C72}" dt="2024-04-24T02:02:21.614" v="169" actId="14100"/>
        <pc:sldMkLst>
          <pc:docMk/>
          <pc:sldMk cId="1188177608" sldId="265"/>
        </pc:sldMkLst>
        <pc:spChg chg="mod">
          <ac:chgData name="Mukkesh Medai Dalavoi Kumaraswamy" userId="S::mmedaida@syr.edu::26bb6432-7bb0-4476-a194-281674f0f0ba" providerId="AD" clId="Web-{6C211526-E084-A9BB-25FD-14D52C545C72}" dt="2024-04-24T02:02:21.614" v="169" actId="14100"/>
          <ac:spMkLst>
            <pc:docMk/>
            <pc:sldMk cId="1188177608" sldId="265"/>
            <ac:spMk id="4" creationId="{EB274E19-86FE-E63D-B125-6C36208788C4}"/>
          </ac:spMkLst>
        </pc:spChg>
      </pc:sldChg>
      <pc:sldChg chg="new del">
        <pc:chgData name="Mukkesh Medai Dalavoi Kumaraswamy" userId="S::mmedaida@syr.edu::26bb6432-7bb0-4476-a194-281674f0f0ba" providerId="AD" clId="Web-{6C211526-E084-A9BB-25FD-14D52C545C72}" dt="2024-04-23T23:56:20.220" v="90"/>
        <pc:sldMkLst>
          <pc:docMk/>
          <pc:sldMk cId="124375034" sldId="266"/>
        </pc:sldMkLst>
      </pc:sldChg>
      <pc:sldChg chg="new">
        <pc:chgData name="Mukkesh Medai Dalavoi Kumaraswamy" userId="S::mmedaida@syr.edu::26bb6432-7bb0-4476-a194-281674f0f0ba" providerId="AD" clId="Web-{6C211526-E084-A9BB-25FD-14D52C545C72}" dt="2024-04-23T23:54:17.592" v="87"/>
        <pc:sldMkLst>
          <pc:docMk/>
          <pc:sldMk cId="226942956" sldId="267"/>
        </pc:sldMkLst>
      </pc:sldChg>
      <pc:sldChg chg="new del">
        <pc:chgData name="Mukkesh Medai Dalavoi Kumaraswamy" userId="S::mmedaida@syr.edu::26bb6432-7bb0-4476-a194-281674f0f0ba" providerId="AD" clId="Web-{6C211526-E084-A9BB-25FD-14D52C545C72}" dt="2024-04-23T23:56:18.970" v="89"/>
        <pc:sldMkLst>
          <pc:docMk/>
          <pc:sldMk cId="1065348129" sldId="268"/>
        </pc:sldMkLst>
      </pc:sldChg>
    </pc:docChg>
  </pc:docChgLst>
  <pc:docChgLst>
    <pc:chgData name="Rakshitha Kandavara Jayarama" userId="S::rkandava@syr.edu::71e27d18-117d-47c9-9aa3-8a15a1e604cd" providerId="AD" clId="Web-{920DDDB1-07C4-DF1F-25A1-6892DF79585B}"/>
    <pc:docChg chg="modSld">
      <pc:chgData name="Rakshitha Kandavara Jayarama" userId="S::rkandava@syr.edu::71e27d18-117d-47c9-9aa3-8a15a1e604cd" providerId="AD" clId="Web-{920DDDB1-07C4-DF1F-25A1-6892DF79585B}" dt="2024-04-24T13:50:33.124" v="11" actId="1076"/>
      <pc:docMkLst>
        <pc:docMk/>
      </pc:docMkLst>
      <pc:sldChg chg="addSp delSp modSp">
        <pc:chgData name="Rakshitha Kandavara Jayarama" userId="S::rkandava@syr.edu::71e27d18-117d-47c9-9aa3-8a15a1e604cd" providerId="AD" clId="Web-{920DDDB1-07C4-DF1F-25A1-6892DF79585B}" dt="2024-04-24T13:50:16.389" v="8"/>
        <pc:sldMkLst>
          <pc:docMk/>
          <pc:sldMk cId="1778330130" sldId="259"/>
        </pc:sldMkLst>
        <pc:spChg chg="mod">
          <ac:chgData name="Rakshitha Kandavara Jayarama" userId="S::rkandava@syr.edu::71e27d18-117d-47c9-9aa3-8a15a1e604cd" providerId="AD" clId="Web-{920DDDB1-07C4-DF1F-25A1-6892DF79585B}" dt="2024-04-24T13:50:01.560" v="7" actId="14100"/>
          <ac:spMkLst>
            <pc:docMk/>
            <pc:sldMk cId="1778330130" sldId="259"/>
            <ac:spMk id="3" creationId="{53ADBB1C-9F92-3F3E-B33A-1A08C45C52C9}"/>
          </ac:spMkLst>
        </pc:spChg>
        <pc:picChg chg="add del mod">
          <ac:chgData name="Rakshitha Kandavara Jayarama" userId="S::rkandava@syr.edu::71e27d18-117d-47c9-9aa3-8a15a1e604cd" providerId="AD" clId="Web-{920DDDB1-07C4-DF1F-25A1-6892DF79585B}" dt="2024-04-24T13:50:16.389" v="8"/>
          <ac:picMkLst>
            <pc:docMk/>
            <pc:sldMk cId="1778330130" sldId="259"/>
            <ac:picMk id="4" creationId="{BBA36F77-0012-FD79-8A9C-968D2DB9B8E6}"/>
          </ac:picMkLst>
        </pc:picChg>
      </pc:sldChg>
      <pc:sldChg chg="addSp modSp">
        <pc:chgData name="Rakshitha Kandavara Jayarama" userId="S::rkandava@syr.edu::71e27d18-117d-47c9-9aa3-8a15a1e604cd" providerId="AD" clId="Web-{920DDDB1-07C4-DF1F-25A1-6892DF79585B}" dt="2024-04-24T13:50:33.124" v="11" actId="1076"/>
        <pc:sldMkLst>
          <pc:docMk/>
          <pc:sldMk cId="3787919729" sldId="261"/>
        </pc:sldMkLst>
        <pc:spChg chg="mod">
          <ac:chgData name="Rakshitha Kandavara Jayarama" userId="S::rkandava@syr.edu::71e27d18-117d-47c9-9aa3-8a15a1e604cd" providerId="AD" clId="Web-{920DDDB1-07C4-DF1F-25A1-6892DF79585B}" dt="2024-04-24T13:50:23.592" v="9" actId="1076"/>
          <ac:spMkLst>
            <pc:docMk/>
            <pc:sldMk cId="3787919729" sldId="261"/>
            <ac:spMk id="3" creationId="{12413EE8-2DB8-58D7-D483-3A2CAC888030}"/>
          </ac:spMkLst>
        </pc:spChg>
        <pc:picChg chg="add mod">
          <ac:chgData name="Rakshitha Kandavara Jayarama" userId="S::rkandava@syr.edu::71e27d18-117d-47c9-9aa3-8a15a1e604cd" providerId="AD" clId="Web-{920DDDB1-07C4-DF1F-25A1-6892DF79585B}" dt="2024-04-24T13:50:33.124" v="11" actId="1076"/>
          <ac:picMkLst>
            <pc:docMk/>
            <pc:sldMk cId="3787919729" sldId="261"/>
            <ac:picMk id="2" creationId="{11D2941E-814D-0821-3954-41F839F6C03A}"/>
          </ac:picMkLst>
        </pc:picChg>
      </pc:sldChg>
    </pc:docChg>
  </pc:docChgLst>
</pc:chgInfo>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Ref idx="1003">
        <a:schemeClr val="bg2"/>
      </p:bgRef>
    </p:bg>
    <p:spTree>
      <p:nvGrpSpPr>
        <p:cNvPr id="1" name=""/>
        <p:cNvGrpSpPr/>
        <p:nvPr/>
      </p:nvGrpSpPr>
      <p:grpSpPr>
        <a:xfrm>
          <a:off x="0" y="0"/>
          <a:ext cx="0" cy="0"/>
          <a:chOff x="0" y="0"/>
          <a:chExt cx="0" cy="0"/>
        </a:xfrm>
      </p:grpSpPr>
      <p:pic>
        <p:nvPicPr>
          <p:cNvPr id="7" name="Picture 6" descr="Celestia-R1---OverlayTitle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ctrTitle"/>
          </p:nvPr>
        </p:nvSpPr>
        <p:spPr>
          <a:xfrm>
            <a:off x="3962399" y="1964267"/>
            <a:ext cx="7197726" cy="2421464"/>
          </a:xfrm>
        </p:spPr>
        <p:txBody>
          <a:bodyPr anchor="b">
            <a:normAutofit/>
          </a:bodyPr>
          <a:lstStyle>
            <a:lvl1pPr algn="r">
              <a:defRPr sz="4800">
                <a:effectLst/>
              </a:defRPr>
            </a:lvl1pPr>
          </a:lstStyle>
          <a:p>
            <a:r>
              <a:rPr lang="en-US"/>
              <a:t>Click to edit Master title style</a:t>
            </a:r>
          </a:p>
        </p:txBody>
      </p:sp>
      <p:sp>
        <p:nvSpPr>
          <p:cNvPr id="3" name="Subtitle 2"/>
          <p:cNvSpPr>
            <a:spLocks noGrp="1"/>
          </p:cNvSpPr>
          <p:nvPr>
            <p:ph type="subTitle" idx="1"/>
          </p:nvPr>
        </p:nvSpPr>
        <p:spPr>
          <a:xfrm>
            <a:off x="3962399" y="4385732"/>
            <a:ext cx="7197726" cy="1405467"/>
          </a:xfrm>
        </p:spPr>
        <p:txBody>
          <a:bodyPr anchor="t">
            <a:normAutofit/>
          </a:bodyPr>
          <a:lstStyle>
            <a:lvl1pPr marL="0" indent="0" algn="r">
              <a:buNone/>
              <a:defRPr sz="1800" cap="all">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a:xfrm>
            <a:off x="8932558" y="5870575"/>
            <a:ext cx="1600200" cy="377825"/>
          </a:xfrm>
        </p:spPr>
        <p:txBody>
          <a:bodyPr/>
          <a:lstStyle/>
          <a:p>
            <a:fld id="{B61BEF0D-F0BB-DE4B-95CE-6DB70DBA9567}" type="datetimeFigureOut">
              <a:rPr lang="en-US" dirty="0"/>
              <a:pPr/>
              <a:t>4/24/2024</a:t>
            </a:fld>
            <a:endParaRPr lang="en-US"/>
          </a:p>
        </p:txBody>
      </p:sp>
      <p:sp>
        <p:nvSpPr>
          <p:cNvPr id="5" name="Footer Placeholder 4"/>
          <p:cNvSpPr>
            <a:spLocks noGrp="1"/>
          </p:cNvSpPr>
          <p:nvPr>
            <p:ph type="ftr" sz="quarter" idx="11"/>
          </p:nvPr>
        </p:nvSpPr>
        <p:spPr>
          <a:xfrm>
            <a:off x="3962399" y="5870575"/>
            <a:ext cx="4893958" cy="377825"/>
          </a:xfrm>
        </p:spPr>
        <p:txBody>
          <a:bodyPr/>
          <a:lstStyle/>
          <a:p>
            <a:endParaRPr lang="en-US"/>
          </a:p>
        </p:txBody>
      </p:sp>
      <p:sp>
        <p:nvSpPr>
          <p:cNvPr id="6" name="Slide Number Placeholder 5"/>
          <p:cNvSpPr>
            <a:spLocks noGrp="1"/>
          </p:cNvSpPr>
          <p:nvPr>
            <p:ph type="sldNum" sz="quarter" idx="12"/>
          </p:nvPr>
        </p:nvSpPr>
        <p:spPr>
          <a:xfrm>
            <a:off x="10608958" y="5870575"/>
            <a:ext cx="551167" cy="377825"/>
          </a:xfrm>
        </p:spPr>
        <p:txBody>
          <a:bodyPr/>
          <a:lstStyle/>
          <a:p>
            <a:fld id="{D57F1E4F-1CFF-5643-939E-217C01CDF565}" type="slidenum">
              <a:rPr lang="en-US" dirty="0"/>
              <a:pPr/>
              <a:t>‹#›</a:t>
            </a:fld>
            <a:endParaRPr lang="en-US"/>
          </a:p>
        </p:txBody>
      </p:sp>
    </p:spTree>
    <p:extLst>
      <p:ext uri="{BB962C8B-B14F-4D97-AF65-F5344CB8AC3E}">
        <p14:creationId xmlns:p14="http://schemas.microsoft.com/office/powerpoint/2010/main" val="73644944"/>
      </p:ext>
    </p:extLst>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B61BEF0D-F0BB-DE4B-95CE-6DB70DBA9567}" type="datetimeFigureOut">
              <a:rPr lang="en-US" dirty="0"/>
              <a:pPr/>
              <a:t>4/24/2024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a:p>
        </p:txBody>
      </p:sp>
    </p:spTree>
    <p:extLst>
      <p:ext uri="{BB962C8B-B14F-4D97-AF65-F5344CB8AC3E}">
        <p14:creationId xmlns:p14="http://schemas.microsoft.com/office/powerpoint/2010/main" val="90568012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0" y="3308581"/>
            <a:ext cx="10131427" cy="1468800"/>
          </a:xfrm>
        </p:spPr>
        <p:txBody>
          <a:bodyPr anchor="b"/>
          <a:lstStyle>
            <a:lvl1pPr algn="l">
              <a:defRPr sz="4000" b="0" cap="all"/>
            </a:lvl1pPr>
          </a:lstStyle>
          <a:p>
            <a:r>
              <a:rPr lang="en-US"/>
              <a:t>Click to edit Master title style</a:t>
            </a:r>
          </a:p>
        </p:txBody>
      </p:sp>
      <p:sp>
        <p:nvSpPr>
          <p:cNvPr id="3" name="Text Placeholder 2"/>
          <p:cNvSpPr>
            <a:spLocks noGrp="1"/>
          </p:cNvSpPr>
          <p:nvPr>
            <p:ph type="body" idx="1"/>
          </p:nvPr>
        </p:nvSpPr>
        <p:spPr>
          <a:xfrm>
            <a:off x="685799" y="4777381"/>
            <a:ext cx="10131428" cy="860400"/>
          </a:xfrm>
        </p:spPr>
        <p:txBody>
          <a:bodyPr anchor="t">
            <a:normAutofit/>
          </a:bodyPr>
          <a:lstStyle>
            <a:lvl1pPr marL="0" indent="0" algn="l">
              <a:buNone/>
              <a:defRPr sz="2000" cap="all">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4/24/2024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a:p>
        </p:txBody>
      </p:sp>
    </p:spTree>
    <p:extLst>
      <p:ext uri="{BB962C8B-B14F-4D97-AF65-F5344CB8AC3E}">
        <p14:creationId xmlns:p14="http://schemas.microsoft.com/office/powerpoint/2010/main" val="147395637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85802" y="2142067"/>
            <a:ext cx="4995334" cy="3649134"/>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5821895" y="2142067"/>
            <a:ext cx="4995332" cy="3649133"/>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B61BEF0D-F0BB-DE4B-95CE-6DB70DBA9567}" type="datetimeFigureOut">
              <a:rPr lang="en-US" dirty="0"/>
              <a:pPr/>
              <a:t>4/24/2024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a:p>
        </p:txBody>
      </p:sp>
    </p:spTree>
    <p:extLst>
      <p:ext uri="{BB962C8B-B14F-4D97-AF65-F5344CB8AC3E}">
        <p14:creationId xmlns:p14="http://schemas.microsoft.com/office/powerpoint/2010/main" val="126414697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hasCustomPrompt="1"/>
          </p:nvPr>
        </p:nvSpPr>
        <p:spPr>
          <a:xfrm>
            <a:off x="973670" y="2218267"/>
            <a:ext cx="4709054" cy="576262"/>
          </a:xfrm>
        </p:spPr>
        <p:txBody>
          <a:bodyPr anchor="b">
            <a:noAutofit/>
          </a:bodyPr>
          <a:lstStyle>
            <a:lvl1pPr marL="0" indent="0">
              <a:buNone/>
              <a:defRPr sz="28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85801" y="2870201"/>
            <a:ext cx="4996923" cy="2920998"/>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hasCustomPrompt="1"/>
          </p:nvPr>
        </p:nvSpPr>
        <p:spPr>
          <a:xfrm>
            <a:off x="6096003" y="2226734"/>
            <a:ext cx="4722813" cy="576262"/>
          </a:xfrm>
        </p:spPr>
        <p:txBody>
          <a:bodyPr anchor="b">
            <a:noAutofit/>
          </a:bodyPr>
          <a:lstStyle>
            <a:lvl1pPr marL="0" indent="0">
              <a:buNone/>
              <a:defRPr sz="28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823483" y="2870201"/>
            <a:ext cx="4995334" cy="2920998"/>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B61BEF0D-F0BB-DE4B-95CE-6DB70DBA9567}" type="datetimeFigureOut">
              <a:rPr lang="en-US" dirty="0"/>
              <a:pPr/>
              <a:t>4/24/2024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a:p>
        </p:txBody>
      </p:sp>
    </p:spTree>
    <p:extLst>
      <p:ext uri="{BB962C8B-B14F-4D97-AF65-F5344CB8AC3E}">
        <p14:creationId xmlns:p14="http://schemas.microsoft.com/office/powerpoint/2010/main" val="145234217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pic>
        <p:nvPicPr>
          <p:cNvPr id="6" name="Picture 5"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B61BEF0D-F0BB-DE4B-95CE-6DB70DBA9567}" type="datetimeFigureOut">
              <a:rPr lang="en-US" dirty="0"/>
              <a:pPr/>
              <a:t>4/24/2024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D57F1E4F-1CFF-5643-939E-217C01CDF565}" type="slidenum">
              <a:rPr lang="en-US" dirty="0"/>
              <a:pPr/>
              <a:t>‹#›</a:t>
            </a:fld>
            <a:endParaRPr lang="en-US"/>
          </a:p>
        </p:txBody>
      </p:sp>
    </p:spTree>
    <p:extLst>
      <p:ext uri="{BB962C8B-B14F-4D97-AF65-F5344CB8AC3E}">
        <p14:creationId xmlns:p14="http://schemas.microsoft.com/office/powerpoint/2010/main" val="189045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pic>
        <p:nvPicPr>
          <p:cNvPr id="5" name="Picture 4"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Date Placeholder 1"/>
          <p:cNvSpPr>
            <a:spLocks noGrp="1"/>
          </p:cNvSpPr>
          <p:nvPr>
            <p:ph type="dt" sz="half" idx="10"/>
          </p:nvPr>
        </p:nvSpPr>
        <p:spPr/>
        <p:txBody>
          <a:bodyPr/>
          <a:lstStyle/>
          <a:p>
            <a:fld id="{B61BEF0D-F0BB-DE4B-95CE-6DB70DBA9567}" type="datetimeFigureOut">
              <a:rPr lang="en-US" dirty="0"/>
              <a:pPr/>
              <a:t>4/24/2024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D57F1E4F-1CFF-5643-939E-217C01CDF565}" type="slidenum">
              <a:rPr lang="en-US" dirty="0"/>
              <a:pPr/>
              <a:t>‹#›</a:t>
            </a:fld>
            <a:endParaRPr lang="en-US"/>
          </a:p>
        </p:txBody>
      </p:sp>
    </p:spTree>
    <p:extLst>
      <p:ext uri="{BB962C8B-B14F-4D97-AF65-F5344CB8AC3E}">
        <p14:creationId xmlns:p14="http://schemas.microsoft.com/office/powerpoint/2010/main" val="92949557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0" y="2074333"/>
            <a:ext cx="3680885" cy="1371600"/>
          </a:xfrm>
        </p:spPr>
        <p:txBody>
          <a:bodyPr anchor="b">
            <a:normAutofit/>
          </a:bodyPr>
          <a:lstStyle>
            <a:lvl1pPr algn="l">
              <a:defRPr sz="2400" b="0"/>
            </a:lvl1pPr>
          </a:lstStyle>
          <a:p>
            <a:r>
              <a:rPr lang="en-US"/>
              <a:t>Click to edit Master title style</a:t>
            </a:r>
          </a:p>
        </p:txBody>
      </p:sp>
      <p:sp>
        <p:nvSpPr>
          <p:cNvPr id="3" name="Content Placeholder 2"/>
          <p:cNvSpPr>
            <a:spLocks noGrp="1"/>
          </p:cNvSpPr>
          <p:nvPr>
            <p:ph idx="1"/>
          </p:nvPr>
        </p:nvSpPr>
        <p:spPr>
          <a:xfrm>
            <a:off x="4648201" y="609601"/>
            <a:ext cx="6169026" cy="5181600"/>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85800" y="3445933"/>
            <a:ext cx="3680885" cy="1828800"/>
          </a:xfrm>
        </p:spPr>
        <p:txBody>
          <a:bodyPr anchor="t">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4/24/2024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a:p>
        </p:txBody>
      </p:sp>
    </p:spTree>
    <p:extLst>
      <p:ext uri="{BB962C8B-B14F-4D97-AF65-F5344CB8AC3E}">
        <p14:creationId xmlns:p14="http://schemas.microsoft.com/office/powerpoint/2010/main" val="394675748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0" y="1600200"/>
            <a:ext cx="6164653" cy="1371600"/>
          </a:xfrm>
        </p:spPr>
        <p:txBody>
          <a:bodyPr anchor="b">
            <a:normAutofit/>
          </a:bodyPr>
          <a:lstStyle>
            <a:lvl1pPr algn="l">
              <a:defRPr sz="2800" b="0"/>
            </a:lvl1pPr>
          </a:lstStyle>
          <a:p>
            <a:r>
              <a:rPr lang="en-US"/>
              <a:t>Click to edit Master title style</a:t>
            </a:r>
          </a:p>
        </p:txBody>
      </p:sp>
      <p:sp>
        <p:nvSpPr>
          <p:cNvPr id="14" name="Picture Placeholder 2"/>
          <p:cNvSpPr>
            <a:spLocks noGrp="1" noChangeAspect="1"/>
          </p:cNvSpPr>
          <p:nvPr>
            <p:ph type="pic" idx="1"/>
          </p:nvPr>
        </p:nvSpPr>
        <p:spPr>
          <a:xfrm>
            <a:off x="7536253" y="914400"/>
            <a:ext cx="3280974" cy="4572000"/>
          </a:xfrm>
          <a:prstGeom prst="roundRect">
            <a:avLst>
              <a:gd name="adj" fmla="val 4280"/>
            </a:avLst>
          </a:prstGeom>
          <a:ln w="50800" cap="sq" cmpd="dbl">
            <a:gradFill flip="none" rotWithShape="1">
              <a:gsLst>
                <a:gs pos="0">
                  <a:srgbClr val="FFFFFF"/>
                </a:gs>
                <a:gs pos="100000">
                  <a:schemeClr val="tx1">
                    <a:alpha val="0"/>
                  </a:schemeClr>
                </a:gs>
              </a:gsLst>
              <a:path path="circle">
                <a:fillToRect l="50000" t="50000" r="50000" b="50000"/>
              </a:path>
              <a:tileRect/>
            </a:gradFill>
            <a:miter lim="800000"/>
          </a:ln>
          <a:effectLst>
            <a:outerShdw blurRad="254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endParaRPr lang="en-US"/>
          </a:p>
        </p:txBody>
      </p:sp>
      <p:sp>
        <p:nvSpPr>
          <p:cNvPr id="4" name="Text Placeholder 3"/>
          <p:cNvSpPr>
            <a:spLocks noGrp="1"/>
          </p:cNvSpPr>
          <p:nvPr>
            <p:ph type="body" sz="half" idx="2"/>
          </p:nvPr>
        </p:nvSpPr>
        <p:spPr>
          <a:xfrm>
            <a:off x="685800" y="2971800"/>
            <a:ext cx="6164653" cy="1828800"/>
          </a:xfrm>
        </p:spPr>
        <p:txBody>
          <a:bodyPr anchor="t">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4/24/2024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a:p>
        </p:txBody>
      </p:sp>
    </p:spTree>
    <p:extLst>
      <p:ext uri="{BB962C8B-B14F-4D97-AF65-F5344CB8AC3E}">
        <p14:creationId xmlns:p14="http://schemas.microsoft.com/office/powerpoint/2010/main" val="63356560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0" y="4732865"/>
            <a:ext cx="10131427" cy="566738"/>
          </a:xfrm>
        </p:spPr>
        <p:txBody>
          <a:bodyPr anchor="b">
            <a:normAutofit/>
          </a:bodyPr>
          <a:lstStyle>
            <a:lvl1pPr algn="l">
              <a:defRPr sz="2400" b="0"/>
            </a:lvl1pPr>
          </a:lstStyle>
          <a:p>
            <a:r>
              <a:rPr lang="en-US"/>
              <a:t>Click to edit Master title style</a:t>
            </a:r>
          </a:p>
        </p:txBody>
      </p:sp>
      <p:sp>
        <p:nvSpPr>
          <p:cNvPr id="3" name="Picture Placeholder 2"/>
          <p:cNvSpPr>
            <a:spLocks noGrp="1" noChangeAspect="1"/>
          </p:cNvSpPr>
          <p:nvPr>
            <p:ph type="pic" idx="1"/>
          </p:nvPr>
        </p:nvSpPr>
        <p:spPr>
          <a:xfrm>
            <a:off x="1371600" y="932112"/>
            <a:ext cx="8759827" cy="3164976"/>
          </a:xfrm>
          <a:prstGeom prst="roundRect">
            <a:avLst>
              <a:gd name="adj" fmla="val 4380"/>
            </a:avLst>
          </a:prstGeom>
          <a:ln w="50800" cap="sq" cmpd="dbl">
            <a:gradFill flip="none" rotWithShape="1">
              <a:gsLst>
                <a:gs pos="0">
                  <a:srgbClr val="FFFFFF"/>
                </a:gs>
                <a:gs pos="100000">
                  <a:schemeClr val="tx1">
                    <a:alpha val="0"/>
                  </a:schemeClr>
                </a:gs>
              </a:gsLst>
              <a:path path="circle">
                <a:fillToRect l="50000" t="50000" r="50000" b="50000"/>
              </a:path>
              <a:tileRect/>
            </a:gradFill>
            <a:miter lim="800000"/>
          </a:ln>
          <a:effectLst>
            <a:outerShdw blurRad="254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endParaRPr lang="en-US"/>
          </a:p>
        </p:txBody>
      </p:sp>
      <p:sp>
        <p:nvSpPr>
          <p:cNvPr id="4" name="Text Placeholder 3"/>
          <p:cNvSpPr>
            <a:spLocks noGrp="1"/>
          </p:cNvSpPr>
          <p:nvPr>
            <p:ph type="body" sz="half" idx="2"/>
          </p:nvPr>
        </p:nvSpPr>
        <p:spPr>
          <a:xfrm>
            <a:off x="685800" y="5299603"/>
            <a:ext cx="10131427" cy="49371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4/24/2024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a:p>
        </p:txBody>
      </p:sp>
    </p:spTree>
    <p:extLst>
      <p:ext uri="{BB962C8B-B14F-4D97-AF65-F5344CB8AC3E}">
        <p14:creationId xmlns:p14="http://schemas.microsoft.com/office/powerpoint/2010/main" val="163580588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1" y="609601"/>
            <a:ext cx="10131427" cy="3124199"/>
          </a:xfrm>
        </p:spPr>
        <p:txBody>
          <a:bodyPr anchor="ctr">
            <a:normAutofit/>
          </a:bodyPr>
          <a:lstStyle>
            <a:lvl1pPr algn="l">
              <a:defRPr sz="3200" b="0" cap="none"/>
            </a:lvl1pPr>
          </a:lstStyle>
          <a:p>
            <a:r>
              <a:rPr lang="en-US"/>
              <a:t>Click to edit Master title style</a:t>
            </a:r>
          </a:p>
        </p:txBody>
      </p:sp>
      <p:sp>
        <p:nvSpPr>
          <p:cNvPr id="3" name="Text Placeholder 2"/>
          <p:cNvSpPr>
            <a:spLocks noGrp="1"/>
          </p:cNvSpPr>
          <p:nvPr>
            <p:ph type="body" idx="1"/>
          </p:nvPr>
        </p:nvSpPr>
        <p:spPr>
          <a:xfrm>
            <a:off x="685800" y="4343400"/>
            <a:ext cx="10131428" cy="1447800"/>
          </a:xfrm>
        </p:spPr>
        <p:txBody>
          <a:bodyPr anchor="ctr">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4/24/2024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a:p>
        </p:txBody>
      </p:sp>
    </p:spTree>
    <p:extLst>
      <p:ext uri="{BB962C8B-B14F-4D97-AF65-F5344CB8AC3E}">
        <p14:creationId xmlns:p14="http://schemas.microsoft.com/office/powerpoint/2010/main" val="46686550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pic>
        <p:nvPicPr>
          <p:cNvPr id="16" name="Picture 15"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15" name="TextBox 14"/>
          <p:cNvSpPr txBox="1"/>
          <p:nvPr/>
        </p:nvSpPr>
        <p:spPr>
          <a:xfrm>
            <a:off x="10237867" y="274320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a:solidFill>
                  <a:schemeClr val="tx1"/>
                </a:solidFill>
                <a:effectLst/>
              </a:rPr>
              <a:t>”</a:t>
            </a:r>
          </a:p>
        </p:txBody>
      </p:sp>
      <p:sp>
        <p:nvSpPr>
          <p:cNvPr id="11" name="TextBox 10"/>
          <p:cNvSpPr txBox="1"/>
          <p:nvPr/>
        </p:nvSpPr>
        <p:spPr>
          <a:xfrm>
            <a:off x="488275" y="823337"/>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a:solidFill>
                  <a:schemeClr val="tx1"/>
                </a:solidFill>
                <a:effectLst/>
              </a:rPr>
              <a:t>“</a:t>
            </a:r>
          </a:p>
        </p:txBody>
      </p:sp>
      <p:sp>
        <p:nvSpPr>
          <p:cNvPr id="2" name="Title 1"/>
          <p:cNvSpPr>
            <a:spLocks noGrp="1"/>
          </p:cNvSpPr>
          <p:nvPr>
            <p:ph type="title"/>
          </p:nvPr>
        </p:nvSpPr>
        <p:spPr>
          <a:xfrm>
            <a:off x="992267" y="609601"/>
            <a:ext cx="9550399" cy="2743199"/>
          </a:xfrm>
        </p:spPr>
        <p:txBody>
          <a:bodyPr anchor="ctr">
            <a:normAutofit/>
          </a:bodyPr>
          <a:lstStyle>
            <a:lvl1pPr algn="l">
              <a:defRPr sz="3200" b="0" cap="none">
                <a:solidFill>
                  <a:schemeClr val="tx1"/>
                </a:solidFill>
              </a:defRPr>
            </a:lvl1pPr>
          </a:lstStyle>
          <a:p>
            <a:r>
              <a:rPr lang="en-US"/>
              <a:t>Click to edit Master title style</a:t>
            </a:r>
          </a:p>
        </p:txBody>
      </p:sp>
      <p:sp>
        <p:nvSpPr>
          <p:cNvPr id="10" name="Text Placeholder 9"/>
          <p:cNvSpPr>
            <a:spLocks noGrp="1"/>
          </p:cNvSpPr>
          <p:nvPr>
            <p:ph type="body" sz="quarter" idx="13"/>
          </p:nvPr>
        </p:nvSpPr>
        <p:spPr>
          <a:xfrm>
            <a:off x="1097875" y="3352800"/>
            <a:ext cx="9339184" cy="381000"/>
          </a:xfrm>
        </p:spPr>
        <p:txBody>
          <a:bodyPr anchor="ctr"/>
          <a:lstStyle>
            <a:lvl1pPr marL="0" indent="0">
              <a:buFontTx/>
              <a:buNone/>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87465" y="4343400"/>
            <a:ext cx="10152367" cy="1447800"/>
          </a:xfrm>
        </p:spPr>
        <p:txBody>
          <a:bodyPr anchor="ctr">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4/24/2024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a:p>
        </p:txBody>
      </p:sp>
    </p:spTree>
    <p:extLst>
      <p:ext uri="{BB962C8B-B14F-4D97-AF65-F5344CB8AC3E}">
        <p14:creationId xmlns:p14="http://schemas.microsoft.com/office/powerpoint/2010/main" val="351742961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2" y="3308581"/>
            <a:ext cx="10131425" cy="1468800"/>
          </a:xfrm>
        </p:spPr>
        <p:txBody>
          <a:bodyPr anchor="b">
            <a:normAutofit/>
          </a:bodyPr>
          <a:lstStyle>
            <a:lvl1pPr algn="l">
              <a:defRPr sz="3200" b="0" cap="none"/>
            </a:lvl1pPr>
          </a:lstStyle>
          <a:p>
            <a:r>
              <a:rPr lang="en-US"/>
              <a:t>Click to edit Master title style</a:t>
            </a:r>
          </a:p>
        </p:txBody>
      </p:sp>
      <p:sp>
        <p:nvSpPr>
          <p:cNvPr id="3" name="Text Placeholder 2"/>
          <p:cNvSpPr>
            <a:spLocks noGrp="1"/>
          </p:cNvSpPr>
          <p:nvPr>
            <p:ph type="body" idx="1"/>
          </p:nvPr>
        </p:nvSpPr>
        <p:spPr>
          <a:xfrm>
            <a:off x="685801" y="4777381"/>
            <a:ext cx="10131426" cy="860400"/>
          </a:xfrm>
        </p:spPr>
        <p:txBody>
          <a:bodyPr anchor="t">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4/24/2024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a:p>
        </p:txBody>
      </p:sp>
    </p:spTree>
    <p:extLst>
      <p:ext uri="{BB962C8B-B14F-4D97-AF65-F5344CB8AC3E}">
        <p14:creationId xmlns:p14="http://schemas.microsoft.com/office/powerpoint/2010/main" val="65417780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pic>
        <p:nvPicPr>
          <p:cNvPr id="11" name="Picture 10"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13" name="TextBox 12"/>
          <p:cNvSpPr txBox="1"/>
          <p:nvPr/>
        </p:nvSpPr>
        <p:spPr>
          <a:xfrm>
            <a:off x="10237867" y="274320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a:solidFill>
                  <a:schemeClr val="tx1"/>
                </a:solidFill>
                <a:effectLst/>
              </a:rPr>
              <a:t>”</a:t>
            </a:r>
          </a:p>
        </p:txBody>
      </p:sp>
      <p:sp>
        <p:nvSpPr>
          <p:cNvPr id="14" name="TextBox 13"/>
          <p:cNvSpPr txBox="1"/>
          <p:nvPr/>
        </p:nvSpPr>
        <p:spPr>
          <a:xfrm>
            <a:off x="488275" y="823337"/>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a:solidFill>
                  <a:schemeClr val="tx1"/>
                </a:solidFill>
                <a:effectLst/>
              </a:rPr>
              <a:t>“</a:t>
            </a:r>
          </a:p>
        </p:txBody>
      </p:sp>
      <p:sp>
        <p:nvSpPr>
          <p:cNvPr id="16" name="Title 1"/>
          <p:cNvSpPr>
            <a:spLocks noGrp="1"/>
          </p:cNvSpPr>
          <p:nvPr>
            <p:ph type="title"/>
          </p:nvPr>
        </p:nvSpPr>
        <p:spPr>
          <a:xfrm>
            <a:off x="992267" y="609601"/>
            <a:ext cx="9550399" cy="2743199"/>
          </a:xfrm>
        </p:spPr>
        <p:txBody>
          <a:bodyPr anchor="ctr">
            <a:normAutofit/>
          </a:bodyPr>
          <a:lstStyle>
            <a:lvl1pPr algn="l">
              <a:defRPr sz="3200" b="0" cap="none">
                <a:solidFill>
                  <a:schemeClr val="tx1"/>
                </a:solidFill>
              </a:defRPr>
            </a:lvl1pPr>
          </a:lstStyle>
          <a:p>
            <a:r>
              <a:rPr lang="en-US"/>
              <a:t>Click to edit Master title style</a:t>
            </a:r>
          </a:p>
        </p:txBody>
      </p:sp>
      <p:sp>
        <p:nvSpPr>
          <p:cNvPr id="10" name="Text Placeholder 9"/>
          <p:cNvSpPr>
            <a:spLocks noGrp="1"/>
          </p:cNvSpPr>
          <p:nvPr>
            <p:ph type="body" sz="quarter" idx="13"/>
          </p:nvPr>
        </p:nvSpPr>
        <p:spPr>
          <a:xfrm>
            <a:off x="685800" y="3886200"/>
            <a:ext cx="10135436" cy="889000"/>
          </a:xfrm>
        </p:spPr>
        <p:txBody>
          <a:bodyPr vert="horz" lIns="91440" tIns="45720" rIns="91440" bIns="45720" rtlCol="0" anchor="b">
            <a:normAutofit/>
          </a:bodyPr>
          <a:lstStyle>
            <a:lvl1pPr>
              <a:buNone/>
              <a:defRPr lang="en-US" sz="2400" b="0" cap="none"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685799" y="4775200"/>
            <a:ext cx="10135436" cy="10160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4/24/2024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a:p>
        </p:txBody>
      </p:sp>
    </p:spTree>
    <p:extLst>
      <p:ext uri="{BB962C8B-B14F-4D97-AF65-F5344CB8AC3E}">
        <p14:creationId xmlns:p14="http://schemas.microsoft.com/office/powerpoint/2010/main" val="83478070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1" y="609601"/>
            <a:ext cx="10131427" cy="2743199"/>
          </a:xfrm>
        </p:spPr>
        <p:txBody>
          <a:bodyPr vert="horz" lIns="91440" tIns="45720" rIns="91440" bIns="45720" rtlCol="0" anchor="ctr">
            <a:normAutofit/>
          </a:bodyPr>
          <a:lstStyle>
            <a:lvl1pPr>
              <a:defRPr lang="en-US" b="0" dirty="0"/>
            </a:lvl1pPr>
          </a:lstStyle>
          <a:p>
            <a:pPr marL="0" lvl="0"/>
            <a:r>
              <a:rPr lang="en-US"/>
              <a:t>Click to edit Master title style</a:t>
            </a:r>
          </a:p>
        </p:txBody>
      </p:sp>
      <p:sp>
        <p:nvSpPr>
          <p:cNvPr id="10" name="Text Placeholder 9"/>
          <p:cNvSpPr>
            <a:spLocks noGrp="1"/>
          </p:cNvSpPr>
          <p:nvPr>
            <p:ph type="body" sz="quarter" idx="13"/>
          </p:nvPr>
        </p:nvSpPr>
        <p:spPr>
          <a:xfrm>
            <a:off x="685801" y="3505200"/>
            <a:ext cx="10131428" cy="838200"/>
          </a:xfrm>
        </p:spPr>
        <p:txBody>
          <a:bodyPr vert="horz" lIns="91440" tIns="45720" rIns="91440" bIns="45720" rtlCol="0" anchor="b">
            <a:normAutofit/>
          </a:bodyPr>
          <a:lstStyle>
            <a:lvl1pPr>
              <a:buNone/>
              <a:defRPr lang="en-US" sz="2800" b="0" cap="none"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685800" y="4343400"/>
            <a:ext cx="10131428" cy="14478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4/24/2024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a:p>
        </p:txBody>
      </p:sp>
    </p:spTree>
    <p:extLst>
      <p:ext uri="{BB962C8B-B14F-4D97-AF65-F5344CB8AC3E}">
        <p14:creationId xmlns:p14="http://schemas.microsoft.com/office/powerpoint/2010/main" val="283181779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B61BEF0D-F0BB-DE4B-95CE-6DB70DBA9567}" type="datetimeFigureOut">
              <a:rPr lang="en-US" dirty="0"/>
              <a:pPr/>
              <a:t>4/24/2024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a:p>
        </p:txBody>
      </p:sp>
      <p:sp>
        <p:nvSpPr>
          <p:cNvPr id="8" name="Title 1"/>
          <p:cNvSpPr>
            <a:spLocks noGrp="1"/>
          </p:cNvSpPr>
          <p:nvPr>
            <p:ph type="title"/>
          </p:nvPr>
        </p:nvSpPr>
        <p:spPr>
          <a:xfrm>
            <a:off x="685801" y="609600"/>
            <a:ext cx="10131425" cy="1456267"/>
          </a:xfrm>
        </p:spPr>
        <p:txBody>
          <a:bodyPr/>
          <a:lstStyle/>
          <a:p>
            <a:r>
              <a:rPr lang="en-US"/>
              <a:t>Click to edit Master title style</a:t>
            </a:r>
          </a:p>
        </p:txBody>
      </p:sp>
    </p:spTree>
    <p:extLst>
      <p:ext uri="{BB962C8B-B14F-4D97-AF65-F5344CB8AC3E}">
        <p14:creationId xmlns:p14="http://schemas.microsoft.com/office/powerpoint/2010/main" val="346708033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Vertical Title 1"/>
          <p:cNvSpPr>
            <a:spLocks noGrp="1"/>
          </p:cNvSpPr>
          <p:nvPr>
            <p:ph type="title" orient="vert"/>
          </p:nvPr>
        </p:nvSpPr>
        <p:spPr>
          <a:xfrm>
            <a:off x="8658675" y="609599"/>
            <a:ext cx="2158552" cy="5181601"/>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85800" y="609600"/>
            <a:ext cx="7832116" cy="5181600"/>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B61BEF0D-F0BB-DE4B-95CE-6DB70DBA9567}" type="datetimeFigureOut">
              <a:rPr lang="en-US" dirty="0"/>
              <a:pPr/>
              <a:t>4/24/2024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a:p>
        </p:txBody>
      </p:sp>
    </p:spTree>
    <p:extLst>
      <p:ext uri="{BB962C8B-B14F-4D97-AF65-F5344CB8AC3E}">
        <p14:creationId xmlns:p14="http://schemas.microsoft.com/office/powerpoint/2010/main" val="30634815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85801" y="609600"/>
            <a:ext cx="10131425" cy="1456267"/>
          </a:xfrm>
          <a:prstGeom prst="rect">
            <a:avLst/>
          </a:prstGeom>
          <a:effectLst/>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685801" y="2142067"/>
            <a:ext cx="10131425" cy="3649133"/>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589660" y="5870575"/>
            <a:ext cx="1600200" cy="3778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B61BEF0D-F0BB-DE4B-95CE-6DB70DBA9567}" type="datetimeFigureOut">
              <a:rPr lang="en-US" dirty="0"/>
              <a:pPr/>
              <a:t>4/24/2024</a:t>
            </a:fld>
            <a:endParaRPr lang="en-US"/>
          </a:p>
        </p:txBody>
      </p:sp>
      <p:sp>
        <p:nvSpPr>
          <p:cNvPr id="5" name="Footer Placeholder 4"/>
          <p:cNvSpPr>
            <a:spLocks noGrp="1"/>
          </p:cNvSpPr>
          <p:nvPr>
            <p:ph type="ftr" sz="quarter" idx="3"/>
          </p:nvPr>
        </p:nvSpPr>
        <p:spPr>
          <a:xfrm>
            <a:off x="685800" y="5870575"/>
            <a:ext cx="7827659" cy="377825"/>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US"/>
          </a:p>
        </p:txBody>
      </p:sp>
      <p:sp>
        <p:nvSpPr>
          <p:cNvPr id="6" name="Slide Number Placeholder 5"/>
          <p:cNvSpPr>
            <a:spLocks noGrp="1"/>
          </p:cNvSpPr>
          <p:nvPr>
            <p:ph type="sldNum" sz="quarter" idx="4"/>
          </p:nvPr>
        </p:nvSpPr>
        <p:spPr>
          <a:xfrm>
            <a:off x="10266060" y="5870575"/>
            <a:ext cx="551167" cy="3778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D57F1E4F-1CFF-5643-939E-217C01CDF565}" type="slidenum">
              <a:rPr lang="en-US" dirty="0"/>
              <a:pPr/>
              <a:t>‹#›</a:t>
            </a:fld>
            <a:endParaRPr lang="en-US"/>
          </a:p>
        </p:txBody>
      </p:sp>
    </p:spTree>
    <p:extLst>
      <p:ext uri="{BB962C8B-B14F-4D97-AF65-F5344CB8AC3E}">
        <p14:creationId xmlns:p14="http://schemas.microsoft.com/office/powerpoint/2010/main" val="1769274776"/>
      </p:ext>
    </p:extLst>
  </p:cSld>
  <p:clrMap bg1="dk1" tx1="lt1" bg2="dk2" tx2="lt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 id="2147483708" r:id="rId12"/>
    <p:sldLayoutId id="2147483709" r:id="rId13"/>
    <p:sldLayoutId id="2147483710" r:id="rId14"/>
    <p:sldLayoutId id="2147483711" r:id="rId15"/>
    <p:sldLayoutId id="2147483712" r:id="rId16"/>
    <p:sldLayoutId id="2147483713" r:id="rId17"/>
  </p:sldLayoutIdLst>
  <p:txStyles>
    <p:titleStyle>
      <a:lvl1pPr algn="l" defTabSz="457200" rtl="0" eaLnBrk="1" latinLnBrk="0" hangingPunct="1">
        <a:spcBef>
          <a:spcPct val="0"/>
        </a:spcBef>
        <a:buNone/>
        <a:defRPr sz="3600" kern="1200" cap="all">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ts val="0"/>
        </a:spcBef>
        <a:spcAft>
          <a:spcPts val="1000"/>
        </a:spcAft>
        <a:buClr>
          <a:schemeClr val="tx1"/>
        </a:buClr>
        <a:buSzPct val="100000"/>
        <a:buFont typeface="Arial"/>
        <a:buChar char="•"/>
        <a:defRPr sz="1800" kern="1200" cap="none">
          <a:solidFill>
            <a:schemeClr val="tx1"/>
          </a:solidFill>
          <a:effectLst/>
          <a:latin typeface="+mn-lt"/>
          <a:ea typeface="+mn-ea"/>
          <a:cs typeface="+mn-cs"/>
        </a:defRPr>
      </a:lvl1pPr>
      <a:lvl2pPr marL="742950" indent="-285750" algn="l" defTabSz="457200" rtl="0" eaLnBrk="1" latinLnBrk="0" hangingPunct="1">
        <a:spcBef>
          <a:spcPts val="0"/>
        </a:spcBef>
        <a:spcAft>
          <a:spcPts val="1000"/>
        </a:spcAft>
        <a:buClr>
          <a:schemeClr val="tx1"/>
        </a:buClr>
        <a:buSzPct val="100000"/>
        <a:buFont typeface="Arial"/>
        <a:buChar char="•"/>
        <a:defRPr sz="1600" kern="1200" cap="none">
          <a:solidFill>
            <a:schemeClr val="tx1"/>
          </a:solidFill>
          <a:effectLst/>
          <a:latin typeface="+mn-lt"/>
          <a:ea typeface="+mn-ea"/>
          <a:cs typeface="+mn-cs"/>
        </a:defRPr>
      </a:lvl2pPr>
      <a:lvl3pPr marL="1200150" indent="-285750" algn="l" defTabSz="457200" rtl="0" eaLnBrk="1" latinLnBrk="0" hangingPunct="1">
        <a:spcBef>
          <a:spcPts val="0"/>
        </a:spcBef>
        <a:spcAft>
          <a:spcPts val="1000"/>
        </a:spcAft>
        <a:buClr>
          <a:schemeClr val="tx1"/>
        </a:buClr>
        <a:buSzPct val="100000"/>
        <a:buFont typeface="Arial"/>
        <a:buChar char="•"/>
        <a:defRPr sz="1400" kern="1200" cap="none">
          <a:solidFill>
            <a:schemeClr val="tx1"/>
          </a:solidFill>
          <a:effectLst/>
          <a:latin typeface="+mn-lt"/>
          <a:ea typeface="+mn-ea"/>
          <a:cs typeface="+mn-cs"/>
        </a:defRPr>
      </a:lvl3pPr>
      <a:lvl4pPr marL="15430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4pPr>
      <a:lvl5pPr marL="20002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5pPr>
      <a:lvl6pPr marL="25146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6pPr>
      <a:lvl7pPr marL="29718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7pPr>
      <a:lvl8pPr marL="34290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8pPr>
      <a:lvl9pPr marL="38862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1.jpeg"/><Relationship Id="rId1" Type="http://schemas.openxmlformats.org/officeDocument/2006/relationships/slideLayout" Target="../slideLayouts/slideLayout1.xml"/><Relationship Id="rId5" Type="http://schemas.openxmlformats.org/officeDocument/2006/relationships/image" Target="../media/image5.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1.jpeg"/><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jpeg"/><Relationship Id="rId1" Type="http://schemas.openxmlformats.org/officeDocument/2006/relationships/slideLayout" Target="../slideLayouts/slideLayout2.xml"/><Relationship Id="rId4" Type="http://schemas.openxmlformats.org/officeDocument/2006/relationships/image" Target="../media/image8.svg"/></Relationships>
</file>

<file path=ppt/slides/_rels/slide5.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jpeg"/><Relationship Id="rId1" Type="http://schemas.openxmlformats.org/officeDocument/2006/relationships/slideLayout" Target="../slideLayouts/slideLayout2.xml"/><Relationship Id="rId5" Type="http://schemas.openxmlformats.org/officeDocument/2006/relationships/image" Target="../media/image12.jpeg"/><Relationship Id="rId4" Type="http://schemas.openxmlformats.org/officeDocument/2006/relationships/image" Target="../media/image11.svg"/></Relationships>
</file>

<file path=ppt/slides/_rels/slide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a:blip r:embed="rId2"/>
          <a:stretch/>
        </a:blipFill>
        <a:effectLst/>
      </p:bgPr>
    </p:bg>
    <p:spTree>
      <p:nvGrpSpPr>
        <p:cNvPr id="1" name=""/>
        <p:cNvGrpSpPr/>
        <p:nvPr/>
      </p:nvGrpSpPr>
      <p:grpSpPr>
        <a:xfrm>
          <a:off x="0" y="0"/>
          <a:ext cx="0" cy="0"/>
          <a:chOff x="0" y="0"/>
          <a:chExt cx="0" cy="0"/>
        </a:xfrm>
      </p:grpSpPr>
      <p:pic>
        <p:nvPicPr>
          <p:cNvPr id="14" name="Picture 13" descr="Large truck on a highway">
            <a:extLst>
              <a:ext uri="{FF2B5EF4-FFF2-40B4-BE49-F238E27FC236}">
                <a16:creationId xmlns:a16="http://schemas.microsoft.com/office/drawing/2014/main" id="{7A0B31BA-05D4-251D-0724-6402ABD8E219}"/>
              </a:ext>
            </a:extLst>
          </p:cNvPr>
          <p:cNvPicPr>
            <a:picLocks noChangeAspect="1"/>
          </p:cNvPicPr>
          <p:nvPr/>
        </p:nvPicPr>
        <p:blipFill rotWithShape="1">
          <a:blip r:embed="rId3"/>
          <a:srcRect l="9091" t="23103"/>
          <a:stretch/>
        </p:blipFill>
        <p:spPr>
          <a:xfrm>
            <a:off x="20" y="10"/>
            <a:ext cx="12191980" cy="6857990"/>
          </a:xfrm>
          <a:prstGeom prst="rect">
            <a:avLst/>
          </a:prstGeom>
        </p:spPr>
      </p:pic>
      <p:pic>
        <p:nvPicPr>
          <p:cNvPr id="31" name="Picture 30">
            <a:extLst>
              <a:ext uri="{FF2B5EF4-FFF2-40B4-BE49-F238E27FC236}">
                <a16:creationId xmlns:a16="http://schemas.microsoft.com/office/drawing/2014/main" id="{8EC1A43B-D167-4E96-B7AD-61D3D9225CBB}"/>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pic>
        <p:nvPicPr>
          <p:cNvPr id="32" name="Picture 31">
            <a:extLst>
              <a:ext uri="{FF2B5EF4-FFF2-40B4-BE49-F238E27FC236}">
                <a16:creationId xmlns:a16="http://schemas.microsoft.com/office/drawing/2014/main" id="{86623E07-B4B3-43D5-AB6E-5FD9A1C11D35}"/>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5">
            <a:extLst>
              <a:ext uri="{28A0092B-C50C-407E-A947-70E740481C1C}">
                <a14:useLocalDpi xmlns:a14="http://schemas.microsoft.com/office/drawing/2010/main" val="0"/>
              </a:ext>
            </a:extLst>
          </a:blip>
          <a:srcRect l="41427"/>
          <a:stretch/>
        </p:blipFill>
        <p:spPr>
          <a:xfrm>
            <a:off x="5147732" y="93132"/>
            <a:ext cx="7044267" cy="6764867"/>
          </a:xfrm>
          <a:prstGeom prst="rect">
            <a:avLst/>
          </a:prstGeom>
        </p:spPr>
      </p:pic>
      <p:sp>
        <p:nvSpPr>
          <p:cNvPr id="33" name="Freeform 5">
            <a:extLst>
              <a:ext uri="{FF2B5EF4-FFF2-40B4-BE49-F238E27FC236}">
                <a16:creationId xmlns:a16="http://schemas.microsoft.com/office/drawing/2014/main" id="{C727912B-C157-4CDB-8486-00E702D36C1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White">
          <a:xfrm>
            <a:off x="5827529" y="660400"/>
            <a:ext cx="6381405" cy="6214533"/>
          </a:xfrm>
          <a:custGeom>
            <a:avLst/>
            <a:gdLst>
              <a:gd name="T0" fmla="*/ 1333 w 1333"/>
              <a:gd name="T1" fmla="*/ 1031 h 1298"/>
              <a:gd name="T2" fmla="*/ 1333 w 1333"/>
              <a:gd name="T3" fmla="*/ 380 h 1298"/>
              <a:gd name="T4" fmla="*/ 706 w 1333"/>
              <a:gd name="T5" fmla="*/ 0 h 1298"/>
              <a:gd name="T6" fmla="*/ 0 w 1333"/>
              <a:gd name="T7" fmla="*/ 706 h 1298"/>
              <a:gd name="T8" fmla="*/ 323 w 1333"/>
              <a:gd name="T9" fmla="*/ 1298 h 1298"/>
              <a:gd name="T10" fmla="*/ 1090 w 1333"/>
              <a:gd name="T11" fmla="*/ 1298 h 1298"/>
              <a:gd name="T12" fmla="*/ 1333 w 1333"/>
              <a:gd name="T13" fmla="*/ 1031 h 1298"/>
            </a:gdLst>
            <a:ahLst/>
            <a:cxnLst>
              <a:cxn ang="0">
                <a:pos x="T0" y="T1"/>
              </a:cxn>
              <a:cxn ang="0">
                <a:pos x="T2" y="T3"/>
              </a:cxn>
              <a:cxn ang="0">
                <a:pos x="T4" y="T5"/>
              </a:cxn>
              <a:cxn ang="0">
                <a:pos x="T6" y="T7"/>
              </a:cxn>
              <a:cxn ang="0">
                <a:pos x="T8" y="T9"/>
              </a:cxn>
              <a:cxn ang="0">
                <a:pos x="T10" y="T11"/>
              </a:cxn>
              <a:cxn ang="0">
                <a:pos x="T12" y="T13"/>
              </a:cxn>
            </a:cxnLst>
            <a:rect l="0" t="0" r="r" b="b"/>
            <a:pathLst>
              <a:path w="1333" h="1298">
                <a:moveTo>
                  <a:pt x="1333" y="1031"/>
                </a:moveTo>
                <a:cubicBezTo>
                  <a:pt x="1333" y="380"/>
                  <a:pt x="1333" y="380"/>
                  <a:pt x="1333" y="380"/>
                </a:cubicBezTo>
                <a:cubicBezTo>
                  <a:pt x="1215" y="154"/>
                  <a:pt x="979" y="0"/>
                  <a:pt x="706" y="0"/>
                </a:cubicBezTo>
                <a:cubicBezTo>
                  <a:pt x="317" y="0"/>
                  <a:pt x="0" y="316"/>
                  <a:pt x="0" y="706"/>
                </a:cubicBezTo>
                <a:cubicBezTo>
                  <a:pt x="0" y="954"/>
                  <a:pt x="129" y="1172"/>
                  <a:pt x="323" y="1298"/>
                </a:cubicBezTo>
                <a:cubicBezTo>
                  <a:pt x="1090" y="1298"/>
                  <a:pt x="1090" y="1298"/>
                  <a:pt x="1090" y="1298"/>
                </a:cubicBezTo>
                <a:cubicBezTo>
                  <a:pt x="1193" y="1232"/>
                  <a:pt x="1276" y="1140"/>
                  <a:pt x="1333" y="1031"/>
                </a:cubicBezTo>
                <a:close/>
              </a:path>
            </a:pathLst>
          </a:custGeom>
          <a:solidFill>
            <a:schemeClr val="tx2">
              <a:alpha val="70000"/>
            </a:schemeClr>
          </a:solidFill>
          <a:ln w="50800" cap="sq" cmpd="dbl">
            <a:gradFill flip="none" rotWithShape="1">
              <a:gsLst>
                <a:gs pos="0">
                  <a:srgbClr val="FFFFFF"/>
                </a:gs>
                <a:gs pos="100000">
                  <a:schemeClr val="tx1">
                    <a:alpha val="0"/>
                  </a:schemeClr>
                </a:gs>
              </a:gsLst>
              <a:path path="circle">
                <a:fillToRect l="50000" t="50000" r="50000" b="50000"/>
              </a:path>
              <a:tileRect/>
            </a:gradFill>
            <a:miter lim="800000"/>
          </a:ln>
          <a:effectLst>
            <a:outerShdw blurRad="254000" algn="tl" rotWithShape="0">
              <a:srgbClr val="000000">
                <a:alpha val="43000"/>
              </a:srgbClr>
            </a:outerShdw>
          </a:effectLst>
        </p:spPr>
        <p:txBody>
          <a:bodyPr vert="horz" lIns="91440" tIns="45720" rIns="91440" bIns="45720" rtlCol="0" anchor="t">
            <a:normAutofit/>
          </a:bodyPr>
          <a:lstStyle/>
          <a:p>
            <a:pPr algn="ctr">
              <a:spcAft>
                <a:spcPts val="1000"/>
              </a:spcAft>
              <a:buClr>
                <a:schemeClr val="tx1"/>
              </a:buClr>
              <a:buSzPct val="100000"/>
              <a:buFont typeface="Arial"/>
              <a:buNone/>
            </a:pPr>
            <a:endParaRPr lang="en-US" sz="1600" cap="all">
              <a:solidFill>
                <a:schemeClr val="bg2">
                  <a:lumMod val="75000"/>
                </a:schemeClr>
              </a:solidFill>
            </a:endParaRPr>
          </a:p>
        </p:txBody>
      </p:sp>
      <p:sp>
        <p:nvSpPr>
          <p:cNvPr id="2" name="Title 1">
            <a:extLst>
              <a:ext uri="{FF2B5EF4-FFF2-40B4-BE49-F238E27FC236}">
                <a16:creationId xmlns:a16="http://schemas.microsoft.com/office/drawing/2014/main" id="{79603067-3A17-80E8-B2FB-4F205367B788}"/>
              </a:ext>
            </a:extLst>
          </p:cNvPr>
          <p:cNvSpPr>
            <a:spLocks noGrp="1"/>
          </p:cNvSpPr>
          <p:nvPr>
            <p:ph type="ctrTitle"/>
          </p:nvPr>
        </p:nvSpPr>
        <p:spPr>
          <a:xfrm>
            <a:off x="6371385" y="2063423"/>
            <a:ext cx="5063688" cy="2819398"/>
          </a:xfrm>
        </p:spPr>
        <p:txBody>
          <a:bodyPr>
            <a:normAutofit fontScale="90000"/>
          </a:bodyPr>
          <a:lstStyle/>
          <a:p>
            <a:pPr>
              <a:lnSpc>
                <a:spcPct val="90000"/>
              </a:lnSpc>
            </a:pPr>
            <a:endParaRPr lang="en-US" sz="3000" b="1">
              <a:solidFill>
                <a:schemeClr val="bg2">
                  <a:lumMod val="75000"/>
                </a:schemeClr>
              </a:solidFill>
              <a:ea typeface="Calibri Light"/>
              <a:cs typeface="Arial"/>
            </a:endParaRPr>
          </a:p>
          <a:p>
            <a:pPr>
              <a:lnSpc>
                <a:spcPct val="90000"/>
              </a:lnSpc>
            </a:pPr>
            <a:r>
              <a:rPr lang="en-US" sz="3000" b="1">
                <a:solidFill>
                  <a:schemeClr val="bg2">
                    <a:lumMod val="75000"/>
                  </a:schemeClr>
                </a:solidFill>
                <a:cs typeface="Arial"/>
              </a:rPr>
              <a:t>Dynamic Decision-Making in Autonomous Truck Platooning: Balancing Efficiency and Safety on Highways</a:t>
            </a:r>
            <a:endParaRPr lang="en-US" sz="3000" b="1">
              <a:solidFill>
                <a:schemeClr val="bg2">
                  <a:lumMod val="75000"/>
                </a:schemeClr>
              </a:solidFill>
              <a:ea typeface="Calibri Light"/>
              <a:cs typeface="Arial"/>
            </a:endParaRPr>
          </a:p>
          <a:p>
            <a:pPr>
              <a:lnSpc>
                <a:spcPct val="90000"/>
              </a:lnSpc>
            </a:pPr>
            <a:br>
              <a:rPr lang="en-US" sz="1200"/>
            </a:br>
            <a:endParaRPr lang="en-US" sz="3000">
              <a:solidFill>
                <a:schemeClr val="bg2">
                  <a:lumMod val="75000"/>
                </a:schemeClr>
              </a:solidFill>
              <a:ea typeface="Calibri Light"/>
              <a:cs typeface="Arial"/>
            </a:endParaRPr>
          </a:p>
          <a:p>
            <a:pPr>
              <a:lnSpc>
                <a:spcPct val="90000"/>
              </a:lnSpc>
            </a:pPr>
            <a:br>
              <a:rPr lang="en-US" sz="1200"/>
            </a:br>
            <a:endParaRPr lang="en-US" sz="3000">
              <a:solidFill>
                <a:schemeClr val="bg2">
                  <a:lumMod val="75000"/>
                </a:schemeClr>
              </a:solidFill>
              <a:ea typeface="Calibri Light"/>
              <a:cs typeface="Arial"/>
            </a:endParaRPr>
          </a:p>
        </p:txBody>
      </p:sp>
      <p:sp>
        <p:nvSpPr>
          <p:cNvPr id="3" name="Subtitle 2">
            <a:extLst>
              <a:ext uri="{FF2B5EF4-FFF2-40B4-BE49-F238E27FC236}">
                <a16:creationId xmlns:a16="http://schemas.microsoft.com/office/drawing/2014/main" id="{0ABDF16B-01E0-71D9-1112-F7235A91909C}"/>
              </a:ext>
            </a:extLst>
          </p:cNvPr>
          <p:cNvSpPr>
            <a:spLocks noGrp="1"/>
          </p:cNvSpPr>
          <p:nvPr>
            <p:ph type="subTitle" idx="1"/>
          </p:nvPr>
        </p:nvSpPr>
        <p:spPr>
          <a:xfrm>
            <a:off x="6828652" y="4804651"/>
            <a:ext cx="4602613" cy="1498756"/>
          </a:xfrm>
        </p:spPr>
        <p:txBody>
          <a:bodyPr vert="horz" lIns="91440" tIns="45720" rIns="91440" bIns="45720" rtlCol="0" anchor="t">
            <a:noAutofit/>
          </a:bodyPr>
          <a:lstStyle/>
          <a:p>
            <a:pPr>
              <a:lnSpc>
                <a:spcPct val="90000"/>
              </a:lnSpc>
              <a:spcBef>
                <a:spcPct val="0"/>
              </a:spcBef>
              <a:spcAft>
                <a:spcPts val="0"/>
              </a:spcAft>
            </a:pPr>
            <a:r>
              <a:rPr lang="en-US" sz="1500" b="1">
                <a:solidFill>
                  <a:schemeClr val="bg2">
                    <a:lumMod val="75000"/>
                  </a:schemeClr>
                </a:solidFill>
                <a:latin typeface="Calibri Light"/>
                <a:ea typeface="Calibri Light"/>
                <a:cs typeface="Calibri Light"/>
              </a:rPr>
              <a:t>PRESENTED BY:</a:t>
            </a:r>
            <a:endParaRPr lang="en-US">
              <a:solidFill>
                <a:schemeClr val="bg2">
                  <a:lumMod val="75000"/>
                </a:schemeClr>
              </a:solidFill>
            </a:endParaRPr>
          </a:p>
          <a:p>
            <a:r>
              <a:rPr lang="en-US" sz="1500" b="1">
                <a:solidFill>
                  <a:schemeClr val="bg2">
                    <a:lumMod val="75000"/>
                  </a:schemeClr>
                </a:solidFill>
                <a:latin typeface="Calibri Light"/>
                <a:cs typeface="Calibri Light"/>
              </a:rPr>
              <a:t>PRANJAL GHAN - 841411410</a:t>
            </a:r>
            <a:br>
              <a:rPr lang="en-US" sz="1500" b="1">
                <a:latin typeface="Calibri Light"/>
                <a:cs typeface="Calibri Light"/>
              </a:rPr>
            </a:br>
            <a:r>
              <a:rPr lang="en-US" sz="1500" b="1">
                <a:solidFill>
                  <a:schemeClr val="bg2">
                    <a:lumMod val="75000"/>
                  </a:schemeClr>
                </a:solidFill>
                <a:latin typeface="Calibri Light"/>
                <a:cs typeface="Calibri Light"/>
              </a:rPr>
              <a:t>KEERTHANA</a:t>
            </a:r>
            <a:r>
              <a:rPr lang="en-US" sz="1500" b="1">
                <a:solidFill>
                  <a:schemeClr val="bg2">
                    <a:lumMod val="75000"/>
                  </a:schemeClr>
                </a:solidFill>
                <a:latin typeface="Calibri Light"/>
                <a:ea typeface="Calibri Light"/>
                <a:cs typeface="Calibri Light"/>
              </a:rPr>
              <a:t> KRISHNAMURTHY - 680869871</a:t>
            </a:r>
            <a:br>
              <a:rPr lang="en-US" sz="1500" b="1">
                <a:latin typeface="Calibri Light"/>
                <a:ea typeface="Calibri Light"/>
                <a:cs typeface="Calibri Light"/>
              </a:rPr>
            </a:br>
            <a:r>
              <a:rPr lang="en-US" sz="1500" b="1">
                <a:solidFill>
                  <a:schemeClr val="bg2">
                    <a:lumMod val="75000"/>
                  </a:schemeClr>
                </a:solidFill>
                <a:latin typeface="Calibri Light"/>
                <a:ea typeface="Calibri Light"/>
                <a:cs typeface="Calibri Light"/>
              </a:rPr>
              <a:t>RAKSHITHA KANDAVARA JAYARAMA - 862972326</a:t>
            </a:r>
            <a:br>
              <a:rPr lang="en-US" sz="1500" b="1">
                <a:latin typeface="Calibri Light"/>
                <a:ea typeface="Calibri Light"/>
                <a:cs typeface="Calibri Light"/>
              </a:rPr>
            </a:br>
            <a:r>
              <a:rPr lang="en-US" sz="1500" b="1">
                <a:solidFill>
                  <a:schemeClr val="bg2">
                    <a:lumMod val="75000"/>
                  </a:schemeClr>
                </a:solidFill>
                <a:latin typeface="Calibri Light"/>
                <a:cs typeface="Calibri Light"/>
              </a:rPr>
              <a:t>MUKKESH</a:t>
            </a:r>
            <a:r>
              <a:rPr lang="en-US" sz="1500" b="1">
                <a:solidFill>
                  <a:schemeClr val="bg2">
                    <a:lumMod val="75000"/>
                  </a:schemeClr>
                </a:solidFill>
                <a:latin typeface="Calibri Light"/>
                <a:ea typeface="Calibri"/>
                <a:cs typeface="Calibri Light"/>
              </a:rPr>
              <a:t> MEDAI DALAVOI KUMARASWAMY - 733546104</a:t>
            </a:r>
            <a:endParaRPr lang="en-US" sz="1500">
              <a:solidFill>
                <a:schemeClr val="bg2">
                  <a:lumMod val="75000"/>
                </a:schemeClr>
              </a:solidFill>
              <a:latin typeface="Calibri Light"/>
              <a:ea typeface="Calibri"/>
              <a:cs typeface="Calibri Light"/>
            </a:endParaRPr>
          </a:p>
          <a:p>
            <a:pPr>
              <a:lnSpc>
                <a:spcPct val="90000"/>
              </a:lnSpc>
              <a:spcBef>
                <a:spcPct val="0"/>
              </a:spcBef>
              <a:spcAft>
                <a:spcPts val="0"/>
              </a:spcAft>
            </a:pPr>
            <a:endParaRPr lang="en-US" sz="1500" b="1">
              <a:solidFill>
                <a:schemeClr val="bg2">
                  <a:lumMod val="75000"/>
                </a:schemeClr>
              </a:solidFill>
              <a:latin typeface="Calibri Light"/>
              <a:ea typeface="Calibri"/>
              <a:cs typeface="Calibri Light"/>
            </a:endParaRPr>
          </a:p>
        </p:txBody>
      </p:sp>
    </p:spTree>
    <p:extLst>
      <p:ext uri="{BB962C8B-B14F-4D97-AF65-F5344CB8AC3E}">
        <p14:creationId xmlns:p14="http://schemas.microsoft.com/office/powerpoint/2010/main" val="253677860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E1EB41F2-E181-4D4D-9131-A30F6B0AE59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Freeform: Shape 16">
            <a:extLst>
              <a:ext uri="{FF2B5EF4-FFF2-40B4-BE49-F238E27FC236}">
                <a16:creationId xmlns:a16="http://schemas.microsoft.com/office/drawing/2014/main" id="{3D63CC92-C517-4C71-9222-4579252CD6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2270839"/>
          </a:xfrm>
          <a:custGeom>
            <a:avLst/>
            <a:gdLst>
              <a:gd name="connsiteX0" fmla="*/ 0 w 12192000"/>
              <a:gd name="connsiteY0" fmla="*/ 0 h 2270839"/>
              <a:gd name="connsiteX1" fmla="*/ 12192000 w 12192000"/>
              <a:gd name="connsiteY1" fmla="*/ 0 h 2270839"/>
              <a:gd name="connsiteX2" fmla="*/ 12192000 w 12192000"/>
              <a:gd name="connsiteY2" fmla="*/ 213719 h 2270839"/>
              <a:gd name="connsiteX3" fmla="*/ 12192000 w 12192000"/>
              <a:gd name="connsiteY3" fmla="*/ 471948 h 2270839"/>
              <a:gd name="connsiteX4" fmla="*/ 12192000 w 12192000"/>
              <a:gd name="connsiteY4" fmla="*/ 519830 h 2270839"/>
              <a:gd name="connsiteX5" fmla="*/ 12192000 w 12192000"/>
              <a:gd name="connsiteY5" fmla="*/ 744793 h 2270839"/>
              <a:gd name="connsiteX6" fmla="*/ 12192000 w 12192000"/>
              <a:gd name="connsiteY6" fmla="*/ 1754021 h 2270839"/>
              <a:gd name="connsiteX7" fmla="*/ 11957522 w 12192000"/>
              <a:gd name="connsiteY7" fmla="*/ 1797923 h 2270839"/>
              <a:gd name="connsiteX8" fmla="*/ 11679973 w 12192000"/>
              <a:gd name="connsiteY8" fmla="*/ 1847667 h 2270839"/>
              <a:gd name="connsiteX9" fmla="*/ 11401197 w 12192000"/>
              <a:gd name="connsiteY9" fmla="*/ 1896360 h 2270839"/>
              <a:gd name="connsiteX10" fmla="*/ 11121192 w 12192000"/>
              <a:gd name="connsiteY10" fmla="*/ 1938046 h 2270839"/>
              <a:gd name="connsiteX11" fmla="*/ 10842416 w 12192000"/>
              <a:gd name="connsiteY11" fmla="*/ 1980083 h 2270839"/>
              <a:gd name="connsiteX12" fmla="*/ 10562411 w 12192000"/>
              <a:gd name="connsiteY12" fmla="*/ 2019318 h 2270839"/>
              <a:gd name="connsiteX13" fmla="*/ 10286091 w 12192000"/>
              <a:gd name="connsiteY13" fmla="*/ 2052947 h 2270839"/>
              <a:gd name="connsiteX14" fmla="*/ 10006086 w 12192000"/>
              <a:gd name="connsiteY14" fmla="*/ 2084825 h 2270839"/>
              <a:gd name="connsiteX15" fmla="*/ 9727310 w 12192000"/>
              <a:gd name="connsiteY15" fmla="*/ 2113901 h 2270839"/>
              <a:gd name="connsiteX16" fmla="*/ 9453445 w 12192000"/>
              <a:gd name="connsiteY16" fmla="*/ 2139123 h 2270839"/>
              <a:gd name="connsiteX17" fmla="*/ 9175897 w 12192000"/>
              <a:gd name="connsiteY17" fmla="*/ 2164345 h 2270839"/>
              <a:gd name="connsiteX18" fmla="*/ 8902033 w 12192000"/>
              <a:gd name="connsiteY18" fmla="*/ 2185364 h 2270839"/>
              <a:gd name="connsiteX19" fmla="*/ 8628169 w 12192000"/>
              <a:gd name="connsiteY19" fmla="*/ 2201828 h 2270839"/>
              <a:gd name="connsiteX20" fmla="*/ 8355533 w 12192000"/>
              <a:gd name="connsiteY20" fmla="*/ 2218994 h 2270839"/>
              <a:gd name="connsiteX21" fmla="*/ 8085353 w 12192000"/>
              <a:gd name="connsiteY21" fmla="*/ 2233356 h 2270839"/>
              <a:gd name="connsiteX22" fmla="*/ 7817629 w 12192000"/>
              <a:gd name="connsiteY22" fmla="*/ 2243515 h 2270839"/>
              <a:gd name="connsiteX23" fmla="*/ 7549905 w 12192000"/>
              <a:gd name="connsiteY23" fmla="*/ 2252273 h 2270839"/>
              <a:gd name="connsiteX24" fmla="*/ 7284638 w 12192000"/>
              <a:gd name="connsiteY24" fmla="*/ 2260680 h 2270839"/>
              <a:gd name="connsiteX25" fmla="*/ 7023055 w 12192000"/>
              <a:gd name="connsiteY25" fmla="*/ 2264534 h 2270839"/>
              <a:gd name="connsiteX26" fmla="*/ 6761472 w 12192000"/>
              <a:gd name="connsiteY26" fmla="*/ 2268737 h 2270839"/>
              <a:gd name="connsiteX27" fmla="*/ 6503573 w 12192000"/>
              <a:gd name="connsiteY27" fmla="*/ 2270839 h 2270839"/>
              <a:gd name="connsiteX28" fmla="*/ 6248130 w 12192000"/>
              <a:gd name="connsiteY28" fmla="*/ 2268737 h 2270839"/>
              <a:gd name="connsiteX29" fmla="*/ 5995144 w 12192000"/>
              <a:gd name="connsiteY29" fmla="*/ 2268737 h 2270839"/>
              <a:gd name="connsiteX30" fmla="*/ 5744613 w 12192000"/>
              <a:gd name="connsiteY30" fmla="*/ 2264534 h 2270839"/>
              <a:gd name="connsiteX31" fmla="*/ 5498995 w 12192000"/>
              <a:gd name="connsiteY31" fmla="*/ 2258228 h 2270839"/>
              <a:gd name="connsiteX32" fmla="*/ 5255834 w 12192000"/>
              <a:gd name="connsiteY32" fmla="*/ 2252273 h 2270839"/>
              <a:gd name="connsiteX33" fmla="*/ 5017584 w 12192000"/>
              <a:gd name="connsiteY33" fmla="*/ 2245617 h 2270839"/>
              <a:gd name="connsiteX34" fmla="*/ 4780562 w 12192000"/>
              <a:gd name="connsiteY34" fmla="*/ 2235458 h 2270839"/>
              <a:gd name="connsiteX35" fmla="*/ 4547227 w 12192000"/>
              <a:gd name="connsiteY35" fmla="*/ 2224598 h 2270839"/>
              <a:gd name="connsiteX36" fmla="*/ 4318800 w 12192000"/>
              <a:gd name="connsiteY36" fmla="*/ 2214790 h 2270839"/>
              <a:gd name="connsiteX37" fmla="*/ 3873004 w 12192000"/>
              <a:gd name="connsiteY37" fmla="*/ 2187115 h 2270839"/>
              <a:gd name="connsiteX38" fmla="*/ 3445628 w 12192000"/>
              <a:gd name="connsiteY38" fmla="*/ 2157690 h 2270839"/>
              <a:gd name="connsiteX39" fmla="*/ 3035446 w 12192000"/>
              <a:gd name="connsiteY39" fmla="*/ 2126862 h 2270839"/>
              <a:gd name="connsiteX40" fmla="*/ 2647370 w 12192000"/>
              <a:gd name="connsiteY40" fmla="*/ 2092883 h 2270839"/>
              <a:gd name="connsiteX41" fmla="*/ 2276487 w 12192000"/>
              <a:gd name="connsiteY41" fmla="*/ 2057501 h 2270839"/>
              <a:gd name="connsiteX42" fmla="*/ 1932621 w 12192000"/>
              <a:gd name="connsiteY42" fmla="*/ 2019318 h 2270839"/>
              <a:gd name="connsiteX43" fmla="*/ 1609634 w 12192000"/>
              <a:gd name="connsiteY43" fmla="*/ 1981835 h 2270839"/>
              <a:gd name="connsiteX44" fmla="*/ 1312435 w 12192000"/>
              <a:gd name="connsiteY44" fmla="*/ 1944352 h 2270839"/>
              <a:gd name="connsiteX45" fmla="*/ 1039799 w 12192000"/>
              <a:gd name="connsiteY45" fmla="*/ 1908971 h 2270839"/>
              <a:gd name="connsiteX46" fmla="*/ 797865 w 12192000"/>
              <a:gd name="connsiteY46" fmla="*/ 1875341 h 2270839"/>
              <a:gd name="connsiteX47" fmla="*/ 579265 w 12192000"/>
              <a:gd name="connsiteY47" fmla="*/ 1843463 h 2270839"/>
              <a:gd name="connsiteX48" fmla="*/ 395052 w 12192000"/>
              <a:gd name="connsiteY48" fmla="*/ 1816840 h 2270839"/>
              <a:gd name="connsiteX49" fmla="*/ 240312 w 12192000"/>
              <a:gd name="connsiteY49" fmla="*/ 1791617 h 2270839"/>
              <a:gd name="connsiteX50" fmla="*/ 27853 w 12192000"/>
              <a:gd name="connsiteY50" fmla="*/ 1755536 h 2270839"/>
              <a:gd name="connsiteX51" fmla="*/ 0 w 12192000"/>
              <a:gd name="connsiteY51" fmla="*/ 1750823 h 2270839"/>
              <a:gd name="connsiteX52" fmla="*/ 0 w 12192000"/>
              <a:gd name="connsiteY52" fmla="*/ 744793 h 2270839"/>
              <a:gd name="connsiteX53" fmla="*/ 0 w 12192000"/>
              <a:gd name="connsiteY53" fmla="*/ 519830 h 2270839"/>
              <a:gd name="connsiteX54" fmla="*/ 0 w 12192000"/>
              <a:gd name="connsiteY54" fmla="*/ 471948 h 2270839"/>
              <a:gd name="connsiteX55" fmla="*/ 0 w 12192000"/>
              <a:gd name="connsiteY55" fmla="*/ 213719 h 2270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Lst>
            <a:rect l="l" t="t" r="r" b="b"/>
            <a:pathLst>
              <a:path w="12192000" h="2270839">
                <a:moveTo>
                  <a:pt x="0" y="0"/>
                </a:moveTo>
                <a:lnTo>
                  <a:pt x="12192000" y="0"/>
                </a:lnTo>
                <a:lnTo>
                  <a:pt x="12192000" y="213719"/>
                </a:lnTo>
                <a:lnTo>
                  <a:pt x="12192000" y="471948"/>
                </a:lnTo>
                <a:lnTo>
                  <a:pt x="12192000" y="519830"/>
                </a:lnTo>
                <a:lnTo>
                  <a:pt x="12192000" y="744793"/>
                </a:lnTo>
                <a:lnTo>
                  <a:pt x="12192000" y="1754021"/>
                </a:lnTo>
                <a:lnTo>
                  <a:pt x="11957522" y="1797923"/>
                </a:lnTo>
                <a:lnTo>
                  <a:pt x="11679973" y="1847667"/>
                </a:lnTo>
                <a:lnTo>
                  <a:pt x="11401197" y="1896360"/>
                </a:lnTo>
                <a:lnTo>
                  <a:pt x="11121192" y="1938046"/>
                </a:lnTo>
                <a:lnTo>
                  <a:pt x="10842416" y="1980083"/>
                </a:lnTo>
                <a:lnTo>
                  <a:pt x="10562411" y="2019318"/>
                </a:lnTo>
                <a:lnTo>
                  <a:pt x="10286091" y="2052947"/>
                </a:lnTo>
                <a:lnTo>
                  <a:pt x="10006086" y="2084825"/>
                </a:lnTo>
                <a:lnTo>
                  <a:pt x="9727310" y="2113901"/>
                </a:lnTo>
                <a:lnTo>
                  <a:pt x="9453445" y="2139123"/>
                </a:lnTo>
                <a:lnTo>
                  <a:pt x="9175897" y="2164345"/>
                </a:lnTo>
                <a:lnTo>
                  <a:pt x="8902033" y="2185364"/>
                </a:lnTo>
                <a:lnTo>
                  <a:pt x="8628169" y="2201828"/>
                </a:lnTo>
                <a:lnTo>
                  <a:pt x="8355533" y="2218994"/>
                </a:lnTo>
                <a:lnTo>
                  <a:pt x="8085353" y="2233356"/>
                </a:lnTo>
                <a:lnTo>
                  <a:pt x="7817629" y="2243515"/>
                </a:lnTo>
                <a:lnTo>
                  <a:pt x="7549905" y="2252273"/>
                </a:lnTo>
                <a:lnTo>
                  <a:pt x="7284638" y="2260680"/>
                </a:lnTo>
                <a:lnTo>
                  <a:pt x="7023055" y="2264534"/>
                </a:lnTo>
                <a:lnTo>
                  <a:pt x="6761472" y="2268737"/>
                </a:lnTo>
                <a:lnTo>
                  <a:pt x="6503573" y="2270839"/>
                </a:lnTo>
                <a:lnTo>
                  <a:pt x="6248130" y="2268737"/>
                </a:lnTo>
                <a:lnTo>
                  <a:pt x="5995144" y="2268737"/>
                </a:lnTo>
                <a:lnTo>
                  <a:pt x="5744613" y="2264534"/>
                </a:lnTo>
                <a:lnTo>
                  <a:pt x="5498995" y="2258228"/>
                </a:lnTo>
                <a:lnTo>
                  <a:pt x="5255834" y="2252273"/>
                </a:lnTo>
                <a:lnTo>
                  <a:pt x="5017584" y="2245617"/>
                </a:lnTo>
                <a:lnTo>
                  <a:pt x="4780562" y="2235458"/>
                </a:lnTo>
                <a:lnTo>
                  <a:pt x="4547227" y="2224598"/>
                </a:lnTo>
                <a:lnTo>
                  <a:pt x="4318800" y="2214790"/>
                </a:lnTo>
                <a:lnTo>
                  <a:pt x="3873004" y="2187115"/>
                </a:lnTo>
                <a:lnTo>
                  <a:pt x="3445628" y="2157690"/>
                </a:lnTo>
                <a:lnTo>
                  <a:pt x="3035446" y="2126862"/>
                </a:lnTo>
                <a:lnTo>
                  <a:pt x="2647370" y="2092883"/>
                </a:lnTo>
                <a:lnTo>
                  <a:pt x="2276487" y="2057501"/>
                </a:lnTo>
                <a:lnTo>
                  <a:pt x="1932621" y="2019318"/>
                </a:lnTo>
                <a:lnTo>
                  <a:pt x="1609634" y="1981835"/>
                </a:lnTo>
                <a:lnTo>
                  <a:pt x="1312435" y="1944352"/>
                </a:lnTo>
                <a:lnTo>
                  <a:pt x="1039799" y="1908971"/>
                </a:lnTo>
                <a:lnTo>
                  <a:pt x="797865" y="1875341"/>
                </a:lnTo>
                <a:lnTo>
                  <a:pt x="579265" y="1843463"/>
                </a:lnTo>
                <a:lnTo>
                  <a:pt x="395052" y="1816840"/>
                </a:lnTo>
                <a:lnTo>
                  <a:pt x="240312" y="1791617"/>
                </a:lnTo>
                <a:lnTo>
                  <a:pt x="27853" y="1755536"/>
                </a:lnTo>
                <a:lnTo>
                  <a:pt x="0" y="1750823"/>
                </a:lnTo>
                <a:lnTo>
                  <a:pt x="0" y="744793"/>
                </a:lnTo>
                <a:lnTo>
                  <a:pt x="0" y="519830"/>
                </a:lnTo>
                <a:lnTo>
                  <a:pt x="0" y="471948"/>
                </a:lnTo>
                <a:lnTo>
                  <a:pt x="0" y="213719"/>
                </a:lnTo>
                <a:close/>
              </a:path>
            </a:pathLst>
          </a:custGeom>
          <a:solidFill>
            <a:schemeClr val="tx2"/>
          </a:solidFill>
          <a:ln w="44450">
            <a:noFill/>
          </a:ln>
          <a:effectLst/>
        </p:spPr>
        <p:style>
          <a:lnRef idx="2">
            <a:schemeClr val="accent1">
              <a:shade val="50000"/>
            </a:schemeClr>
          </a:lnRef>
          <a:fillRef idx="1003">
            <a:schemeClr val="dk2"/>
          </a:fillRef>
          <a:effectRef idx="0">
            <a:schemeClr val="accent1"/>
          </a:effectRef>
          <a:fontRef idx="minor">
            <a:schemeClr val="lt1"/>
          </a:fontRef>
        </p:style>
        <p:txBody>
          <a:bodyPr wrap="square" rtlCol="0" anchor="ctr">
            <a:noAutofit/>
          </a:bodyPr>
          <a:lstStyle/>
          <a:p>
            <a:pPr algn="ctr"/>
            <a:endParaRPr lang="en-US"/>
          </a:p>
        </p:txBody>
      </p:sp>
      <p:pic>
        <p:nvPicPr>
          <p:cNvPr id="19" name="Picture 18">
            <a:extLst>
              <a:ext uri="{FF2B5EF4-FFF2-40B4-BE49-F238E27FC236}">
                <a16:creationId xmlns:a16="http://schemas.microsoft.com/office/drawing/2014/main" id="{40A39FDC-39F4-4CB7-873B-8D786EC02516}"/>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2">
            <a:extLst>
              <a:ext uri="{28A0092B-C50C-407E-A947-70E740481C1C}">
                <a14:useLocalDpi xmlns:a14="http://schemas.microsoft.com/office/drawing/2010/main" val="0"/>
              </a:ext>
            </a:extLst>
          </a:blip>
          <a:srcRect l="25900" b="63148"/>
          <a:stretch/>
        </p:blipFill>
        <p:spPr>
          <a:xfrm>
            <a:off x="4071257" y="1"/>
            <a:ext cx="8117568" cy="2270839"/>
          </a:xfrm>
          <a:custGeom>
            <a:avLst/>
            <a:gdLst>
              <a:gd name="connsiteX0" fmla="*/ 0 w 8117568"/>
              <a:gd name="connsiteY0" fmla="*/ 0 h 2270839"/>
              <a:gd name="connsiteX1" fmla="*/ 8117568 w 8117568"/>
              <a:gd name="connsiteY1" fmla="*/ 0 h 2270839"/>
              <a:gd name="connsiteX2" fmla="*/ 8117568 w 8117568"/>
              <a:gd name="connsiteY2" fmla="*/ 1754616 h 2270839"/>
              <a:gd name="connsiteX3" fmla="*/ 7886265 w 8117568"/>
              <a:gd name="connsiteY3" fmla="*/ 1797923 h 2270839"/>
              <a:gd name="connsiteX4" fmla="*/ 7608716 w 8117568"/>
              <a:gd name="connsiteY4" fmla="*/ 1847667 h 2270839"/>
              <a:gd name="connsiteX5" fmla="*/ 7329940 w 8117568"/>
              <a:gd name="connsiteY5" fmla="*/ 1896360 h 2270839"/>
              <a:gd name="connsiteX6" fmla="*/ 7049935 w 8117568"/>
              <a:gd name="connsiteY6" fmla="*/ 1938046 h 2270839"/>
              <a:gd name="connsiteX7" fmla="*/ 6771159 w 8117568"/>
              <a:gd name="connsiteY7" fmla="*/ 1980083 h 2270839"/>
              <a:gd name="connsiteX8" fmla="*/ 6491154 w 8117568"/>
              <a:gd name="connsiteY8" fmla="*/ 2019318 h 2270839"/>
              <a:gd name="connsiteX9" fmla="*/ 6214834 w 8117568"/>
              <a:gd name="connsiteY9" fmla="*/ 2052947 h 2270839"/>
              <a:gd name="connsiteX10" fmla="*/ 5934829 w 8117568"/>
              <a:gd name="connsiteY10" fmla="*/ 2084825 h 2270839"/>
              <a:gd name="connsiteX11" fmla="*/ 5656053 w 8117568"/>
              <a:gd name="connsiteY11" fmla="*/ 2113901 h 2270839"/>
              <a:gd name="connsiteX12" fmla="*/ 5382188 w 8117568"/>
              <a:gd name="connsiteY12" fmla="*/ 2139123 h 2270839"/>
              <a:gd name="connsiteX13" fmla="*/ 5104640 w 8117568"/>
              <a:gd name="connsiteY13" fmla="*/ 2164345 h 2270839"/>
              <a:gd name="connsiteX14" fmla="*/ 4830776 w 8117568"/>
              <a:gd name="connsiteY14" fmla="*/ 2185364 h 2270839"/>
              <a:gd name="connsiteX15" fmla="*/ 4556912 w 8117568"/>
              <a:gd name="connsiteY15" fmla="*/ 2201828 h 2270839"/>
              <a:gd name="connsiteX16" fmla="*/ 4284276 w 8117568"/>
              <a:gd name="connsiteY16" fmla="*/ 2218994 h 2270839"/>
              <a:gd name="connsiteX17" fmla="*/ 4014096 w 8117568"/>
              <a:gd name="connsiteY17" fmla="*/ 2233356 h 2270839"/>
              <a:gd name="connsiteX18" fmla="*/ 3746372 w 8117568"/>
              <a:gd name="connsiteY18" fmla="*/ 2243515 h 2270839"/>
              <a:gd name="connsiteX19" fmla="*/ 3478648 w 8117568"/>
              <a:gd name="connsiteY19" fmla="*/ 2252273 h 2270839"/>
              <a:gd name="connsiteX20" fmla="*/ 3213381 w 8117568"/>
              <a:gd name="connsiteY20" fmla="*/ 2260680 h 2270839"/>
              <a:gd name="connsiteX21" fmla="*/ 2951798 w 8117568"/>
              <a:gd name="connsiteY21" fmla="*/ 2264534 h 2270839"/>
              <a:gd name="connsiteX22" fmla="*/ 2690215 w 8117568"/>
              <a:gd name="connsiteY22" fmla="*/ 2268737 h 2270839"/>
              <a:gd name="connsiteX23" fmla="*/ 2432316 w 8117568"/>
              <a:gd name="connsiteY23" fmla="*/ 2270839 h 2270839"/>
              <a:gd name="connsiteX24" fmla="*/ 2176873 w 8117568"/>
              <a:gd name="connsiteY24" fmla="*/ 2268737 h 2270839"/>
              <a:gd name="connsiteX25" fmla="*/ 1923887 w 8117568"/>
              <a:gd name="connsiteY25" fmla="*/ 2268737 h 2270839"/>
              <a:gd name="connsiteX26" fmla="*/ 1673356 w 8117568"/>
              <a:gd name="connsiteY26" fmla="*/ 2264534 h 2270839"/>
              <a:gd name="connsiteX27" fmla="*/ 1427738 w 8117568"/>
              <a:gd name="connsiteY27" fmla="*/ 2258228 h 2270839"/>
              <a:gd name="connsiteX28" fmla="*/ 1184577 w 8117568"/>
              <a:gd name="connsiteY28" fmla="*/ 2252273 h 2270839"/>
              <a:gd name="connsiteX29" fmla="*/ 946327 w 8117568"/>
              <a:gd name="connsiteY29" fmla="*/ 2245617 h 2270839"/>
              <a:gd name="connsiteX30" fmla="*/ 709305 w 8117568"/>
              <a:gd name="connsiteY30" fmla="*/ 2235458 h 2270839"/>
              <a:gd name="connsiteX31" fmla="*/ 475970 w 8117568"/>
              <a:gd name="connsiteY31" fmla="*/ 2224598 h 2270839"/>
              <a:gd name="connsiteX32" fmla="*/ 247543 w 8117568"/>
              <a:gd name="connsiteY32" fmla="*/ 2214790 h 2270839"/>
              <a:gd name="connsiteX33" fmla="*/ 0 w 8117568"/>
              <a:gd name="connsiteY33" fmla="*/ 2199423 h 2270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8117568" h="2270839">
                <a:moveTo>
                  <a:pt x="0" y="0"/>
                </a:moveTo>
                <a:lnTo>
                  <a:pt x="8117568" y="0"/>
                </a:lnTo>
                <a:lnTo>
                  <a:pt x="8117568" y="1754616"/>
                </a:lnTo>
                <a:lnTo>
                  <a:pt x="7886265" y="1797923"/>
                </a:lnTo>
                <a:lnTo>
                  <a:pt x="7608716" y="1847667"/>
                </a:lnTo>
                <a:lnTo>
                  <a:pt x="7329940" y="1896360"/>
                </a:lnTo>
                <a:lnTo>
                  <a:pt x="7049935" y="1938046"/>
                </a:lnTo>
                <a:lnTo>
                  <a:pt x="6771159" y="1980083"/>
                </a:lnTo>
                <a:lnTo>
                  <a:pt x="6491154" y="2019318"/>
                </a:lnTo>
                <a:lnTo>
                  <a:pt x="6214834" y="2052947"/>
                </a:lnTo>
                <a:lnTo>
                  <a:pt x="5934829" y="2084825"/>
                </a:lnTo>
                <a:lnTo>
                  <a:pt x="5656053" y="2113901"/>
                </a:lnTo>
                <a:lnTo>
                  <a:pt x="5382188" y="2139123"/>
                </a:lnTo>
                <a:lnTo>
                  <a:pt x="5104640" y="2164345"/>
                </a:lnTo>
                <a:lnTo>
                  <a:pt x="4830776" y="2185364"/>
                </a:lnTo>
                <a:lnTo>
                  <a:pt x="4556912" y="2201828"/>
                </a:lnTo>
                <a:lnTo>
                  <a:pt x="4284276" y="2218994"/>
                </a:lnTo>
                <a:lnTo>
                  <a:pt x="4014096" y="2233356"/>
                </a:lnTo>
                <a:lnTo>
                  <a:pt x="3746372" y="2243515"/>
                </a:lnTo>
                <a:lnTo>
                  <a:pt x="3478648" y="2252273"/>
                </a:lnTo>
                <a:lnTo>
                  <a:pt x="3213381" y="2260680"/>
                </a:lnTo>
                <a:lnTo>
                  <a:pt x="2951798" y="2264534"/>
                </a:lnTo>
                <a:lnTo>
                  <a:pt x="2690215" y="2268737"/>
                </a:lnTo>
                <a:lnTo>
                  <a:pt x="2432316" y="2270839"/>
                </a:lnTo>
                <a:lnTo>
                  <a:pt x="2176873" y="2268737"/>
                </a:lnTo>
                <a:lnTo>
                  <a:pt x="1923887" y="2268737"/>
                </a:lnTo>
                <a:lnTo>
                  <a:pt x="1673356" y="2264534"/>
                </a:lnTo>
                <a:lnTo>
                  <a:pt x="1427738" y="2258228"/>
                </a:lnTo>
                <a:lnTo>
                  <a:pt x="1184577" y="2252273"/>
                </a:lnTo>
                <a:lnTo>
                  <a:pt x="946327" y="2245617"/>
                </a:lnTo>
                <a:lnTo>
                  <a:pt x="709305" y="2235458"/>
                </a:lnTo>
                <a:lnTo>
                  <a:pt x="475970" y="2224598"/>
                </a:lnTo>
                <a:lnTo>
                  <a:pt x="247543" y="2214790"/>
                </a:lnTo>
                <a:lnTo>
                  <a:pt x="0" y="2199423"/>
                </a:lnTo>
                <a:close/>
              </a:path>
            </a:pathLst>
          </a:custGeom>
        </p:spPr>
      </p:pic>
      <p:sp>
        <p:nvSpPr>
          <p:cNvPr id="2" name="Title 1">
            <a:extLst>
              <a:ext uri="{FF2B5EF4-FFF2-40B4-BE49-F238E27FC236}">
                <a16:creationId xmlns:a16="http://schemas.microsoft.com/office/drawing/2014/main" id="{722949D2-478D-A6E8-D9D4-A69039406D90}"/>
              </a:ext>
            </a:extLst>
          </p:cNvPr>
          <p:cNvSpPr>
            <a:spLocks noGrp="1"/>
          </p:cNvSpPr>
          <p:nvPr>
            <p:ph type="title"/>
          </p:nvPr>
        </p:nvSpPr>
        <p:spPr>
          <a:xfrm>
            <a:off x="1030288" y="609600"/>
            <a:ext cx="10131425" cy="1110343"/>
          </a:xfrm>
        </p:spPr>
        <p:txBody>
          <a:bodyPr>
            <a:normAutofit/>
          </a:bodyPr>
          <a:lstStyle/>
          <a:p>
            <a:pPr algn="ctr"/>
            <a:r>
              <a:rPr lang="en-US" b="1">
                <a:solidFill>
                  <a:schemeClr val="bg1"/>
                </a:solidFill>
                <a:cs typeface="Arial"/>
              </a:rPr>
              <a:t>OVERVIEW OF TRUCK PLATOONING</a:t>
            </a:r>
            <a:endParaRPr lang="en-US" b="1">
              <a:solidFill>
                <a:schemeClr val="bg1"/>
              </a:solidFill>
              <a:ea typeface="Calibri Light"/>
              <a:cs typeface="Calibri Light"/>
            </a:endParaRPr>
          </a:p>
        </p:txBody>
      </p:sp>
      <p:sp>
        <p:nvSpPr>
          <p:cNvPr id="3" name="Content Placeholder 2">
            <a:extLst>
              <a:ext uri="{FF2B5EF4-FFF2-40B4-BE49-F238E27FC236}">
                <a16:creationId xmlns:a16="http://schemas.microsoft.com/office/drawing/2014/main" id="{F3360913-0774-0D0C-D629-EB52EB97CDE4}"/>
              </a:ext>
            </a:extLst>
          </p:cNvPr>
          <p:cNvSpPr>
            <a:spLocks noGrp="1"/>
          </p:cNvSpPr>
          <p:nvPr>
            <p:ph idx="1"/>
          </p:nvPr>
        </p:nvSpPr>
        <p:spPr>
          <a:xfrm>
            <a:off x="685801" y="2700093"/>
            <a:ext cx="10820400" cy="3198627"/>
          </a:xfrm>
        </p:spPr>
        <p:txBody>
          <a:bodyPr vert="horz" lIns="91440" tIns="45720" rIns="91440" bIns="45720" rtlCol="0">
            <a:normAutofit/>
          </a:bodyPr>
          <a:lstStyle/>
          <a:p>
            <a:pPr marL="344170" indent="-344170">
              <a:lnSpc>
                <a:spcPct val="90000"/>
              </a:lnSpc>
            </a:pPr>
            <a:r>
              <a:rPr lang="en-US" sz="1700">
                <a:ea typeface="+mn-lt"/>
                <a:cs typeface="+mn-lt"/>
              </a:rPr>
              <a:t>Autonomous truck platooning is the use of automated and connected technology to enable a group of trucks to travel in a closely spaced platoon on highways with minimal human intervention. </a:t>
            </a:r>
            <a:endParaRPr lang="en-US" sz="1700"/>
          </a:p>
          <a:p>
            <a:pPr marL="344170" indent="-344170">
              <a:lnSpc>
                <a:spcPct val="90000"/>
              </a:lnSpc>
            </a:pPr>
            <a:r>
              <a:rPr lang="en-US" sz="1700">
                <a:ea typeface="+mn-lt"/>
                <a:cs typeface="+mn-lt"/>
              </a:rPr>
              <a:t>This technology leverages a combination of various advanced systems, including adaptive cruise control, automated steering and braking, and vehicle-to-vehicle (V2V) communication.</a:t>
            </a:r>
          </a:p>
          <a:p>
            <a:pPr marL="344170" indent="-344170">
              <a:lnSpc>
                <a:spcPct val="90000"/>
              </a:lnSpc>
            </a:pPr>
            <a:r>
              <a:rPr lang="en-US" sz="1700">
                <a:ea typeface="+mn-lt"/>
                <a:cs typeface="+mn-lt"/>
              </a:rPr>
              <a:t>Truck platooning advances road transport by ensuring safer travels with swift, automatic braking, and promoting eco-friendliness with improved fuel efficiency that lowers CO2 emissions. The close formation of trucks reduces air resistance, optimizing road usage and easing traffic congestion.</a:t>
            </a:r>
            <a:endParaRPr lang="en-US" sz="1700">
              <a:ea typeface="Calibri"/>
              <a:cs typeface="Arial" panose="020B0604020202020204"/>
            </a:endParaRPr>
          </a:p>
          <a:p>
            <a:pPr marL="344170" indent="-344170">
              <a:lnSpc>
                <a:spcPct val="90000"/>
              </a:lnSpc>
            </a:pPr>
            <a:r>
              <a:rPr lang="en-US" sz="1700">
                <a:ea typeface="+mn-lt"/>
                <a:cs typeface="+mn-lt"/>
              </a:rPr>
              <a:t>Several countries, including the Netherlands, the United States, Germany, and Japan, are currently experimenting with truck platooning, conducting pilot tests to explore its benefits and practicality. These trials, which are still in the exploratory phase, aim to evaluate the technology's safety, efficiency, and environmental impact under different conditions.</a:t>
            </a:r>
            <a:endParaRPr lang="en-US" sz="1700">
              <a:ea typeface="Calibri"/>
              <a:cs typeface="Arial" panose="020B0604020202020204"/>
            </a:endParaRPr>
          </a:p>
          <a:p>
            <a:pPr marL="344170" indent="-344170">
              <a:lnSpc>
                <a:spcPct val="90000"/>
              </a:lnSpc>
            </a:pPr>
            <a:endParaRPr lang="en-US" sz="1700">
              <a:ea typeface="Calibri"/>
              <a:cs typeface="Arial" panose="020B0604020202020204"/>
            </a:endParaRPr>
          </a:p>
        </p:txBody>
      </p:sp>
    </p:spTree>
    <p:extLst>
      <p:ext uri="{BB962C8B-B14F-4D97-AF65-F5344CB8AC3E}">
        <p14:creationId xmlns:p14="http://schemas.microsoft.com/office/powerpoint/2010/main" val="3600457823"/>
      </p:ext>
    </p:extLst>
  </p:cSld>
  <p:clrMapOvr>
    <a:overrideClrMapping bg1="lt1" tx1="dk1" bg2="lt2" tx2="dk2" accent1="accent1" accent2="accent2" accent3="accent3" accent4="accent4" accent5="accent5" accent6="accent6" hlink="hlink" folHlink="folHlink"/>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a:blip r:embed="rId2"/>
          <a:stretch/>
        </a:blipFill>
        <a:effectLst/>
      </p:bgPr>
    </p:bg>
    <p:spTree>
      <p:nvGrpSpPr>
        <p:cNvPr id="1" name=""/>
        <p:cNvGrpSpPr/>
        <p:nvPr/>
      </p:nvGrpSpPr>
      <p:grpSpPr>
        <a:xfrm>
          <a:off x="0" y="0"/>
          <a:ext cx="0" cy="0"/>
          <a:chOff x="0" y="0"/>
          <a:chExt cx="0" cy="0"/>
        </a:xfrm>
      </p:grpSpPr>
      <p:sp useBgFill="1">
        <p:nvSpPr>
          <p:cNvPr id="20" name="Rectangle 19">
            <a:extLst>
              <a:ext uri="{FF2B5EF4-FFF2-40B4-BE49-F238E27FC236}">
                <a16:creationId xmlns:a16="http://schemas.microsoft.com/office/drawing/2014/main" id="{CBD94887-6A10-4F62-8EE1-B2BCFA1F38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175" y="-1786"/>
            <a:ext cx="12188825" cy="6856214"/>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1" name="Picture 20" descr="Fire engine parked inside a fire station">
            <a:extLst>
              <a:ext uri="{FF2B5EF4-FFF2-40B4-BE49-F238E27FC236}">
                <a16:creationId xmlns:a16="http://schemas.microsoft.com/office/drawing/2014/main" id="{4C9D9335-A21B-16FE-30CA-428E9E2D8CC6}"/>
              </a:ext>
            </a:extLst>
          </p:cNvPr>
          <p:cNvPicPr>
            <a:picLocks noChangeAspect="1"/>
          </p:cNvPicPr>
          <p:nvPr/>
        </p:nvPicPr>
        <p:blipFill rotWithShape="1">
          <a:blip r:embed="rId3">
            <a:alphaModFix amt="20000"/>
          </a:blip>
          <a:srcRect r="-2" b="15665"/>
          <a:stretch/>
        </p:blipFill>
        <p:spPr>
          <a:xfrm>
            <a:off x="20" y="10"/>
            <a:ext cx="12191980" cy="6857990"/>
          </a:xfrm>
          <a:prstGeom prst="rect">
            <a:avLst/>
          </a:prstGeom>
        </p:spPr>
      </p:pic>
      <p:pic>
        <p:nvPicPr>
          <p:cNvPr id="22" name="Picture 21">
            <a:extLst>
              <a:ext uri="{FF2B5EF4-FFF2-40B4-BE49-F238E27FC236}">
                <a16:creationId xmlns:a16="http://schemas.microsoft.com/office/drawing/2014/main" id="{A3D512BA-228A-4979-9312-ACD246E1099D}"/>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a:alphaModFix amt="39000"/>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a:extLst>
              <a:ext uri="{FF2B5EF4-FFF2-40B4-BE49-F238E27FC236}">
                <a16:creationId xmlns:a16="http://schemas.microsoft.com/office/drawing/2014/main" id="{30946698-9232-1494-0E37-F32D12CA2562}"/>
              </a:ext>
            </a:extLst>
          </p:cNvPr>
          <p:cNvSpPr>
            <a:spLocks noGrp="1"/>
          </p:cNvSpPr>
          <p:nvPr>
            <p:ph type="title"/>
          </p:nvPr>
        </p:nvSpPr>
        <p:spPr>
          <a:xfrm>
            <a:off x="685801" y="609600"/>
            <a:ext cx="10131425" cy="1456267"/>
          </a:xfrm>
        </p:spPr>
        <p:txBody>
          <a:bodyPr>
            <a:normAutofit/>
          </a:bodyPr>
          <a:lstStyle/>
          <a:p>
            <a:r>
              <a:rPr lang="en-US" b="1">
                <a:cs typeface="Arial"/>
              </a:rPr>
              <a:t>OBJECTIVE OF OUR PROJECT</a:t>
            </a:r>
            <a:endParaRPr lang="en-US" b="1">
              <a:ea typeface="Calibri Light"/>
              <a:cs typeface="Calibri Light"/>
            </a:endParaRPr>
          </a:p>
        </p:txBody>
      </p:sp>
      <p:sp>
        <p:nvSpPr>
          <p:cNvPr id="23" name="Content Placeholder 2">
            <a:extLst>
              <a:ext uri="{FF2B5EF4-FFF2-40B4-BE49-F238E27FC236}">
                <a16:creationId xmlns:a16="http://schemas.microsoft.com/office/drawing/2014/main" id="{B93F25F8-4E50-AE15-F413-3360FCE164B5}"/>
              </a:ext>
            </a:extLst>
          </p:cNvPr>
          <p:cNvSpPr>
            <a:spLocks noGrp="1"/>
          </p:cNvSpPr>
          <p:nvPr>
            <p:ph idx="1"/>
          </p:nvPr>
        </p:nvSpPr>
        <p:spPr>
          <a:xfrm>
            <a:off x="685801" y="2142067"/>
            <a:ext cx="10131425" cy="3649133"/>
          </a:xfrm>
        </p:spPr>
        <p:txBody>
          <a:bodyPr>
            <a:normAutofit/>
          </a:bodyPr>
          <a:lstStyle/>
          <a:p>
            <a:pPr marL="0" indent="0" algn="just">
              <a:lnSpc>
                <a:spcPct val="90000"/>
              </a:lnSpc>
              <a:buNone/>
            </a:pPr>
            <a:endParaRPr lang="en-US" sz="1600">
              <a:ea typeface="Calibri"/>
              <a:cs typeface="Arial"/>
            </a:endParaRPr>
          </a:p>
          <a:p>
            <a:pPr marL="0" indent="0" algn="just">
              <a:lnSpc>
                <a:spcPct val="90000"/>
              </a:lnSpc>
              <a:buNone/>
            </a:pPr>
            <a:r>
              <a:rPr lang="en-US" sz="1600">
                <a:ea typeface="+mn-lt"/>
                <a:cs typeface="+mn-lt"/>
              </a:rPr>
              <a:t>The objective is to simulate truck platooning dynamics by modeling the behavior of multiple trucks in a platoon as they perform complex maneuvers such as formation, lane changes, reacting to cut-in vehicles, and emergency braking.</a:t>
            </a:r>
            <a:endParaRPr lang="en-US" sz="1600">
              <a:ea typeface="Calibri"/>
              <a:cs typeface="Arial"/>
            </a:endParaRPr>
          </a:p>
          <a:p>
            <a:pPr marL="0" indent="0" algn="just">
              <a:lnSpc>
                <a:spcPct val="90000"/>
              </a:lnSpc>
              <a:buNone/>
            </a:pPr>
            <a:r>
              <a:rPr lang="en-US" sz="1600">
                <a:ea typeface="+mn-lt"/>
                <a:cs typeface="+mn-lt"/>
              </a:rPr>
              <a:t>To explore sensor integration and decision making by illustrating how sensors and IoT technologies are utilized for real-time data gathering and processing, facilitating automated decisions within the platoon.</a:t>
            </a:r>
            <a:endParaRPr lang="en-US" sz="1600">
              <a:ea typeface="Calibri"/>
              <a:cs typeface="Arial"/>
            </a:endParaRPr>
          </a:p>
          <a:p>
            <a:pPr marL="0" indent="0" algn="just">
              <a:lnSpc>
                <a:spcPct val="90000"/>
              </a:lnSpc>
              <a:buNone/>
            </a:pPr>
            <a:r>
              <a:rPr lang="en-US" sz="1600">
                <a:ea typeface="+mn-lt"/>
                <a:cs typeface="+mn-lt"/>
              </a:rPr>
              <a:t>KEY GOALS</a:t>
            </a:r>
          </a:p>
          <a:p>
            <a:pPr marL="344170" indent="-344170" algn="just">
              <a:lnSpc>
                <a:spcPct val="90000"/>
              </a:lnSpc>
            </a:pPr>
            <a:r>
              <a:rPr lang="en-US" sz="1600">
                <a:ea typeface="+mn-lt"/>
                <a:cs typeface="+mn-lt"/>
              </a:rPr>
              <a:t>Simulate and evaluate various critical scenarios, to assess the safety implications of truck platooning and propose collision mitigation techniques.</a:t>
            </a:r>
            <a:endParaRPr lang="en-US" sz="1600">
              <a:ea typeface="Calibri"/>
              <a:cs typeface="Arial"/>
            </a:endParaRPr>
          </a:p>
          <a:p>
            <a:pPr marL="344170" indent="-344170" algn="just">
              <a:lnSpc>
                <a:spcPct val="90000"/>
              </a:lnSpc>
            </a:pPr>
            <a:r>
              <a:rPr lang="en-US" sz="1600">
                <a:ea typeface="+mn-lt"/>
                <a:cs typeface="+mn-lt"/>
              </a:rPr>
              <a:t>Assess the impact of dynamic platoon formation and dissolution on highway logistics, focusing on traffic flow and trucking efficiency.</a:t>
            </a:r>
            <a:endParaRPr lang="en-US" sz="1600">
              <a:ea typeface="Calibri"/>
              <a:cs typeface="Arial"/>
            </a:endParaRPr>
          </a:p>
          <a:p>
            <a:pPr marL="344170" indent="-344170" algn="just">
              <a:lnSpc>
                <a:spcPct val="90000"/>
              </a:lnSpc>
            </a:pPr>
            <a:r>
              <a:rPr lang="en-US" sz="1600">
                <a:ea typeface="+mn-lt"/>
                <a:cs typeface="+mn-lt"/>
              </a:rPr>
              <a:t>Demonstrate an architecture that allows trucks to function as smart agents capable of making independent decisions regarding platooning based on their surroundings and pre-set configuration parameters.</a:t>
            </a:r>
            <a:endParaRPr lang="en-US" sz="1600">
              <a:ea typeface="Calibri"/>
              <a:cs typeface="Arial"/>
            </a:endParaRPr>
          </a:p>
          <a:p>
            <a:pPr marL="344170" indent="-344170" algn="just">
              <a:lnSpc>
                <a:spcPct val="90000"/>
              </a:lnSpc>
            </a:pPr>
            <a:endParaRPr lang="en-US" sz="1600">
              <a:ea typeface="Calibri"/>
              <a:cs typeface="Arial"/>
            </a:endParaRPr>
          </a:p>
        </p:txBody>
      </p:sp>
    </p:spTree>
    <p:extLst>
      <p:ext uri="{BB962C8B-B14F-4D97-AF65-F5344CB8AC3E}">
        <p14:creationId xmlns:p14="http://schemas.microsoft.com/office/powerpoint/2010/main" val="78036931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a:blip r:embed="rId2"/>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443E34-44B1-1EE2-D5D0-FD4828D2C8EB}"/>
              </a:ext>
            </a:extLst>
          </p:cNvPr>
          <p:cNvSpPr>
            <a:spLocks noGrp="1"/>
          </p:cNvSpPr>
          <p:nvPr>
            <p:ph type="title"/>
          </p:nvPr>
        </p:nvSpPr>
        <p:spPr>
          <a:xfrm>
            <a:off x="685802" y="193249"/>
            <a:ext cx="8858925" cy="1503401"/>
          </a:xfrm>
        </p:spPr>
        <p:txBody>
          <a:bodyPr>
            <a:normAutofit/>
          </a:bodyPr>
          <a:lstStyle/>
          <a:p>
            <a:r>
              <a:rPr lang="en-US" b="1">
                <a:cs typeface="Arial"/>
              </a:rPr>
              <a:t>SIMULATION ENVIRONMENT SETUP - MATLAB</a:t>
            </a:r>
            <a:endParaRPr lang="en-US" b="1">
              <a:ea typeface="Calibri Light"/>
              <a:cs typeface="Calibri Light"/>
            </a:endParaRPr>
          </a:p>
        </p:txBody>
      </p:sp>
      <p:sp>
        <p:nvSpPr>
          <p:cNvPr id="3" name="Content Placeholder 2">
            <a:extLst>
              <a:ext uri="{FF2B5EF4-FFF2-40B4-BE49-F238E27FC236}">
                <a16:creationId xmlns:a16="http://schemas.microsoft.com/office/drawing/2014/main" id="{53ADBB1C-9F92-3F3E-B33A-1A08C45C52C9}"/>
              </a:ext>
            </a:extLst>
          </p:cNvPr>
          <p:cNvSpPr>
            <a:spLocks noGrp="1"/>
          </p:cNvSpPr>
          <p:nvPr>
            <p:ph idx="1"/>
          </p:nvPr>
        </p:nvSpPr>
        <p:spPr>
          <a:xfrm>
            <a:off x="685802" y="1469130"/>
            <a:ext cx="7492038" cy="4560390"/>
          </a:xfrm>
        </p:spPr>
        <p:txBody>
          <a:bodyPr vert="horz" lIns="91440" tIns="45720" rIns="91440" bIns="45720" rtlCol="0" anchor="ctr">
            <a:noAutofit/>
          </a:bodyPr>
          <a:lstStyle/>
          <a:p>
            <a:pPr marL="0" indent="0" algn="just">
              <a:lnSpc>
                <a:spcPct val="90000"/>
              </a:lnSpc>
              <a:buNone/>
            </a:pPr>
            <a:endParaRPr lang="en-US" sz="1450">
              <a:ea typeface="Calibri"/>
              <a:cs typeface="Arial" panose="020B0604020202020204"/>
            </a:endParaRPr>
          </a:p>
          <a:p>
            <a:pPr marL="0" indent="0" algn="just">
              <a:lnSpc>
                <a:spcPct val="90000"/>
              </a:lnSpc>
              <a:buNone/>
            </a:pPr>
            <a:r>
              <a:rPr lang="en-US" sz="1450" b="1" u="sng">
                <a:solidFill>
                  <a:srgbClr val="ECECEC"/>
                </a:solidFill>
                <a:ea typeface="+mn-lt"/>
                <a:cs typeface="+mn-lt"/>
              </a:rPr>
              <a:t>HIGHWAY MODEL:</a:t>
            </a:r>
          </a:p>
          <a:p>
            <a:pPr marL="0" indent="0" algn="just">
              <a:lnSpc>
                <a:spcPct val="90000"/>
              </a:lnSpc>
              <a:buNone/>
            </a:pPr>
            <a:r>
              <a:rPr lang="en-US" sz="1450">
                <a:solidFill>
                  <a:srgbClr val="ECECEC"/>
                </a:solidFill>
                <a:ea typeface="+mn-lt"/>
                <a:cs typeface="+mn-lt"/>
              </a:rPr>
              <a:t>The highway features three lanes, which are defined in the model using key parameters and calculations that establish the road's layout. Parameters like </a:t>
            </a:r>
            <a:r>
              <a:rPr lang="en-US" sz="1450" err="1">
                <a:solidFill>
                  <a:srgbClr val="ECECEC"/>
                </a:solidFill>
                <a:ea typeface="+mn-lt"/>
                <a:cs typeface="+mn-lt"/>
              </a:rPr>
              <a:t>laneWidth</a:t>
            </a:r>
            <a:r>
              <a:rPr lang="en-US" sz="1450">
                <a:solidFill>
                  <a:srgbClr val="ECECEC"/>
                </a:solidFill>
                <a:ea typeface="+mn-lt"/>
                <a:cs typeface="+mn-lt"/>
              </a:rPr>
              <a:t>, </a:t>
            </a:r>
            <a:r>
              <a:rPr lang="en-US" sz="1450" err="1">
                <a:solidFill>
                  <a:srgbClr val="ECECEC"/>
                </a:solidFill>
                <a:ea typeface="+mn-lt"/>
                <a:cs typeface="+mn-lt"/>
              </a:rPr>
              <a:t>trackWidth</a:t>
            </a:r>
            <a:r>
              <a:rPr lang="en-US" sz="1450">
                <a:solidFill>
                  <a:srgbClr val="ECECEC"/>
                </a:solidFill>
                <a:ea typeface="+mn-lt"/>
                <a:cs typeface="+mn-lt"/>
              </a:rPr>
              <a:t>, and </a:t>
            </a:r>
            <a:r>
              <a:rPr lang="en-US" sz="1450" err="1">
                <a:solidFill>
                  <a:srgbClr val="ECECEC"/>
                </a:solidFill>
                <a:ea typeface="+mn-lt"/>
                <a:cs typeface="+mn-lt"/>
              </a:rPr>
              <a:t>laneMargin</a:t>
            </a:r>
            <a:r>
              <a:rPr lang="en-US" sz="1450">
                <a:solidFill>
                  <a:srgbClr val="ECECEC"/>
                </a:solidFill>
                <a:ea typeface="+mn-lt"/>
                <a:cs typeface="+mn-lt"/>
              </a:rPr>
              <a:t> determine the dimensions and boundaries of these lanes.</a:t>
            </a:r>
            <a:endParaRPr lang="en-US" sz="1450">
              <a:ea typeface="+mn-lt"/>
              <a:cs typeface="+mn-lt"/>
            </a:endParaRPr>
          </a:p>
          <a:p>
            <a:pPr marL="0" indent="0" algn="just">
              <a:lnSpc>
                <a:spcPct val="90000"/>
              </a:lnSpc>
              <a:buNone/>
            </a:pPr>
            <a:r>
              <a:rPr lang="en-US" sz="1450" b="1" u="sng">
                <a:cs typeface="Arial" panose="020B0604020202020204"/>
              </a:rPr>
              <a:t>TRUCK MODEL:</a:t>
            </a:r>
            <a:endParaRPr lang="en-US" sz="1450" b="1" u="sng">
              <a:ea typeface="Calibri"/>
              <a:cs typeface="Calibri"/>
            </a:endParaRPr>
          </a:p>
          <a:p>
            <a:pPr marL="344170" indent="-344170" algn="just">
              <a:lnSpc>
                <a:spcPct val="90000"/>
              </a:lnSpc>
              <a:buNone/>
            </a:pPr>
            <a:r>
              <a:rPr lang="en-US" sz="1450" b="1">
                <a:ea typeface="+mn-lt"/>
                <a:cs typeface="+mn-lt"/>
              </a:rPr>
              <a:t>Physical Parameters:</a:t>
            </a:r>
            <a:endParaRPr lang="en-US" sz="1450" b="1">
              <a:ea typeface="Calibri"/>
              <a:cs typeface="Arial"/>
            </a:endParaRPr>
          </a:p>
          <a:p>
            <a:pPr algn="just">
              <a:lnSpc>
                <a:spcPct val="90000"/>
              </a:lnSpc>
            </a:pPr>
            <a:r>
              <a:rPr lang="en-US" sz="1450">
                <a:ea typeface="+mn-lt"/>
                <a:cs typeface="+mn-lt"/>
              </a:rPr>
              <a:t>Mass (m): 40,000 kg, indicating large, heavy vehicles likely meant to represent commercial trucks.</a:t>
            </a:r>
            <a:endParaRPr lang="en-US" sz="1450">
              <a:ea typeface="Calibri" panose="020F0502020204030204"/>
              <a:cs typeface="Arial"/>
            </a:endParaRPr>
          </a:p>
          <a:p>
            <a:pPr algn="just">
              <a:lnSpc>
                <a:spcPct val="90000"/>
              </a:lnSpc>
            </a:pPr>
            <a:r>
              <a:rPr lang="en-US" sz="1450">
                <a:ea typeface="+mn-lt"/>
                <a:cs typeface="+mn-lt"/>
              </a:rPr>
              <a:t>Gravity (g): 9.81 m/s², standard gravitational acceleration.</a:t>
            </a:r>
            <a:endParaRPr lang="en-US" sz="1450">
              <a:ea typeface="Calibri" panose="020F0502020204030204"/>
              <a:cs typeface="Arial"/>
            </a:endParaRPr>
          </a:p>
          <a:p>
            <a:pPr algn="just">
              <a:lnSpc>
                <a:spcPct val="90000"/>
              </a:lnSpc>
            </a:pPr>
            <a:r>
              <a:rPr lang="en-US" sz="1450">
                <a:ea typeface="+mn-lt"/>
                <a:cs typeface="+mn-lt"/>
              </a:rPr>
              <a:t>Drag Coefficient (Cd): 0.78, relatively high due to the less aerodynamic shape of trucks.</a:t>
            </a:r>
            <a:endParaRPr lang="en-US" sz="1450">
              <a:ea typeface="Calibri" panose="020F0502020204030204"/>
              <a:cs typeface="Arial"/>
            </a:endParaRPr>
          </a:p>
          <a:p>
            <a:pPr algn="just">
              <a:lnSpc>
                <a:spcPct val="90000"/>
              </a:lnSpc>
            </a:pPr>
            <a:r>
              <a:rPr lang="en-US" sz="1450">
                <a:ea typeface="+mn-lt"/>
                <a:cs typeface="+mn-lt"/>
              </a:rPr>
              <a:t>Frontal Area (A): 10 m², larger frontal area contributes to higher aerodynamic drag.</a:t>
            </a:r>
            <a:endParaRPr lang="en-US" sz="1450">
              <a:ea typeface="Calibri" panose="020F0502020204030204"/>
              <a:cs typeface="Arial"/>
            </a:endParaRPr>
          </a:p>
          <a:p>
            <a:pPr algn="just">
              <a:lnSpc>
                <a:spcPct val="90000"/>
              </a:lnSpc>
            </a:pPr>
            <a:r>
              <a:rPr lang="en-US" sz="1450">
                <a:ea typeface="+mn-lt"/>
                <a:cs typeface="+mn-lt"/>
              </a:rPr>
              <a:t>Air Density (rho): 1.2265 kg/m³, typical at sea level under standard conditions.</a:t>
            </a:r>
            <a:endParaRPr lang="en-US" sz="1450">
              <a:ea typeface="Calibri" panose="020F0502020204030204"/>
              <a:cs typeface="Arial"/>
            </a:endParaRPr>
          </a:p>
          <a:p>
            <a:pPr marL="344170" indent="-344170" algn="just">
              <a:lnSpc>
                <a:spcPct val="90000"/>
              </a:lnSpc>
              <a:buNone/>
            </a:pPr>
            <a:endParaRPr lang="en-US" sz="1450" b="1">
              <a:ea typeface="Calibri" panose="020F0502020204030204"/>
              <a:cs typeface="Calibri"/>
            </a:endParaRPr>
          </a:p>
        </p:txBody>
      </p:sp>
      <p:pic>
        <p:nvPicPr>
          <p:cNvPr id="7" name="Graphic 6" descr="Truck">
            <a:extLst>
              <a:ext uri="{FF2B5EF4-FFF2-40B4-BE49-F238E27FC236}">
                <a16:creationId xmlns:a16="http://schemas.microsoft.com/office/drawing/2014/main" id="{7BE9E875-90BE-BFCC-2FA8-A57DE60A33DD}"/>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8392214" y="2029403"/>
            <a:ext cx="3445714" cy="3445714"/>
          </a:xfrm>
          <a:prstGeom prst="roundRect">
            <a:avLst>
              <a:gd name="adj" fmla="val 4380"/>
            </a:avLst>
          </a:prstGeom>
          <a:ln w="50800" cap="sq" cmpd="dbl">
            <a:gradFill flip="none" rotWithShape="1">
              <a:gsLst>
                <a:gs pos="0">
                  <a:srgbClr val="FFFFFF"/>
                </a:gs>
                <a:gs pos="100000">
                  <a:schemeClr val="tx1">
                    <a:alpha val="0"/>
                  </a:schemeClr>
                </a:gs>
              </a:gsLst>
              <a:path path="circle">
                <a:fillToRect l="50000" t="50000" r="50000" b="50000"/>
              </a:path>
              <a:tileRect/>
            </a:gradFill>
            <a:miter lim="800000"/>
          </a:ln>
          <a:effectLst>
            <a:outerShdw blurRad="254000" algn="tl" rotWithShape="0">
              <a:srgbClr val="000000">
                <a:alpha val="43000"/>
              </a:srgbClr>
            </a:outerShdw>
          </a:effectLst>
        </p:spPr>
      </p:pic>
    </p:spTree>
    <p:extLst>
      <p:ext uri="{BB962C8B-B14F-4D97-AF65-F5344CB8AC3E}">
        <p14:creationId xmlns:p14="http://schemas.microsoft.com/office/powerpoint/2010/main" val="177833013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a:blip r:embed="rId2"/>
          <a:stretch/>
        </a:blipFill>
        <a:effectLst/>
      </p:bgPr>
    </p:bg>
    <p:spTree>
      <p:nvGrpSpPr>
        <p:cNvPr id="1" name=""/>
        <p:cNvGrpSpPr/>
        <p:nvPr/>
      </p:nvGrpSpPr>
      <p:grpSpPr>
        <a:xfrm>
          <a:off x="0" y="0"/>
          <a:ext cx="0" cy="0"/>
          <a:chOff x="0" y="0"/>
          <a:chExt cx="0" cy="0"/>
        </a:xfrm>
      </p:grpSpPr>
      <p:pic>
        <p:nvPicPr>
          <p:cNvPr id="5" name="Picture 4" descr="Light trail of road">
            <a:extLst>
              <a:ext uri="{FF2B5EF4-FFF2-40B4-BE49-F238E27FC236}">
                <a16:creationId xmlns:a16="http://schemas.microsoft.com/office/drawing/2014/main" id="{F373C98B-272E-86E6-D3A8-203619E55CEA}"/>
              </a:ext>
            </a:extLst>
          </p:cNvPr>
          <p:cNvPicPr>
            <a:picLocks noChangeAspect="1"/>
          </p:cNvPicPr>
          <p:nvPr/>
        </p:nvPicPr>
        <p:blipFill rotWithShape="1">
          <a:blip r:embed="rId3"/>
          <a:srcRect l="30489" r="27953" b="-3"/>
          <a:stretch/>
        </p:blipFill>
        <p:spPr>
          <a:xfrm>
            <a:off x="20" y="975"/>
            <a:ext cx="4635988" cy="6858000"/>
          </a:xfrm>
          <a:prstGeom prst="rect">
            <a:avLst/>
          </a:prstGeom>
        </p:spPr>
      </p:pic>
      <p:sp>
        <p:nvSpPr>
          <p:cNvPr id="3" name="Content Placeholder 2">
            <a:extLst>
              <a:ext uri="{FF2B5EF4-FFF2-40B4-BE49-F238E27FC236}">
                <a16:creationId xmlns:a16="http://schemas.microsoft.com/office/drawing/2014/main" id="{6E90D9D6-BA7B-31AE-B429-9C94467B5E13}"/>
              </a:ext>
            </a:extLst>
          </p:cNvPr>
          <p:cNvSpPr>
            <a:spLocks noGrp="1"/>
          </p:cNvSpPr>
          <p:nvPr>
            <p:ph idx="1"/>
          </p:nvPr>
        </p:nvSpPr>
        <p:spPr>
          <a:xfrm>
            <a:off x="5128283" y="1450309"/>
            <a:ext cx="6593075" cy="3972232"/>
          </a:xfrm>
        </p:spPr>
        <p:txBody>
          <a:bodyPr vert="horz" lIns="91440" tIns="45720" rIns="91440" bIns="45720" rtlCol="0" anchor="ctr">
            <a:noAutofit/>
          </a:bodyPr>
          <a:lstStyle/>
          <a:p>
            <a:pPr marL="344170" indent="-344170" algn="just">
              <a:lnSpc>
                <a:spcPct val="90000"/>
              </a:lnSpc>
              <a:buNone/>
            </a:pPr>
            <a:r>
              <a:rPr lang="en-US" sz="1400" b="1">
                <a:ea typeface="+mn-lt"/>
                <a:cs typeface="+mn-lt"/>
              </a:rPr>
              <a:t>Physical Forces Calculated:</a:t>
            </a:r>
            <a:endParaRPr lang="en-US" sz="1400">
              <a:ea typeface="+mn-lt"/>
              <a:cs typeface="+mn-lt"/>
            </a:endParaRPr>
          </a:p>
          <a:p>
            <a:pPr algn="just">
              <a:lnSpc>
                <a:spcPct val="90000"/>
              </a:lnSpc>
              <a:buClr>
                <a:srgbClr val="FFFFFF"/>
              </a:buClr>
            </a:pPr>
            <a:r>
              <a:rPr lang="en-US" sz="1400">
                <a:ea typeface="+mn-lt"/>
                <a:cs typeface="+mn-lt"/>
              </a:rPr>
              <a:t> Drag resistance (Dx):  This represents the aerodynamic drag opposing the motion of the truck.</a:t>
            </a:r>
          </a:p>
          <a:p>
            <a:pPr algn="just">
              <a:lnSpc>
                <a:spcPct val="90000"/>
              </a:lnSpc>
              <a:buClr>
                <a:srgbClr val="FFFFFF"/>
              </a:buClr>
            </a:pPr>
            <a:r>
              <a:rPr lang="en-US" sz="1400">
                <a:ea typeface="+mn-lt"/>
                <a:cs typeface="+mn-lt"/>
              </a:rPr>
              <a:t>Rolling resistance (Rx): Simplified to zero in this model, though typically it would oppose motion similar to drag but due to tire-road interaction.</a:t>
            </a:r>
          </a:p>
          <a:p>
            <a:pPr algn="just">
              <a:lnSpc>
                <a:spcPct val="90000"/>
              </a:lnSpc>
              <a:buClr>
                <a:srgbClr val="FFFFFF"/>
              </a:buClr>
            </a:pPr>
            <a:r>
              <a:rPr lang="en-US" sz="1400">
                <a:ea typeface="+mn-lt"/>
                <a:cs typeface="+mn-lt"/>
              </a:rPr>
              <a:t>Gravity force (Gx): Since the road slope is zero, the gravitational component along the road surface is zero.</a:t>
            </a:r>
            <a:endParaRPr lang="en-US" sz="1400">
              <a:ea typeface="Calibri"/>
              <a:cs typeface="Calibri"/>
            </a:endParaRPr>
          </a:p>
          <a:p>
            <a:pPr marL="0" indent="0">
              <a:lnSpc>
                <a:spcPct val="90000"/>
              </a:lnSpc>
              <a:buNone/>
            </a:pPr>
            <a:r>
              <a:rPr lang="en-US" sz="1400" b="1">
                <a:ea typeface="+mn-lt"/>
                <a:cs typeface="+mn-lt"/>
              </a:rPr>
              <a:t>Control Systems and V2V Communication:</a:t>
            </a:r>
            <a:endParaRPr lang="en-US" sz="1400" b="1">
              <a:ea typeface="Calibri"/>
              <a:cs typeface="Arial" panose="020B0604020202020204"/>
            </a:endParaRPr>
          </a:p>
          <a:p>
            <a:pPr marL="344170" indent="-344170" algn="just">
              <a:lnSpc>
                <a:spcPct val="90000"/>
              </a:lnSpc>
            </a:pPr>
            <a:r>
              <a:rPr lang="en-US" sz="1400">
                <a:ea typeface="+mn-lt"/>
                <a:cs typeface="+mn-lt"/>
              </a:rPr>
              <a:t>Cruise Control (Leader Truck): The platoon leader uses cruise control with a reference speed </a:t>
            </a:r>
            <a:r>
              <a:rPr lang="en-US" sz="1400" i="1" err="1">
                <a:ea typeface="+mn-lt"/>
                <a:cs typeface="+mn-lt"/>
              </a:rPr>
              <a:t>Vr</a:t>
            </a:r>
            <a:r>
              <a:rPr lang="en-US" sz="1400">
                <a:ea typeface="+mn-lt"/>
                <a:cs typeface="+mn-lt"/>
              </a:rPr>
              <a:t>=20 m/s. The thrust force is adjusted to reduce the difference between the current speed and the desired speed.</a:t>
            </a:r>
            <a:endParaRPr lang="en-US" sz="1400">
              <a:ea typeface="Calibri"/>
              <a:cs typeface="Arial"/>
            </a:endParaRPr>
          </a:p>
          <a:p>
            <a:pPr marL="344170" indent="-344170" algn="just">
              <a:lnSpc>
                <a:spcPct val="90000"/>
              </a:lnSpc>
            </a:pPr>
            <a:r>
              <a:rPr lang="en-US" sz="1400">
                <a:ea typeface="+mn-lt"/>
                <a:cs typeface="+mn-lt"/>
              </a:rPr>
              <a:t>Adaptive Cruise Control (Following Trucks): If the truck is not the leader, it uses adaptive cruise control. It calculates a desired distance from the truck ahead based on the current speed and a time gap of 1.0 second. This models a typical ACC system which aims to maintain both a safe distance and a steady speed relative to the vehicle ahead.</a:t>
            </a:r>
            <a:endParaRPr lang="en-US" sz="1400">
              <a:ea typeface="Calibri"/>
              <a:cs typeface="Calibri"/>
            </a:endParaRPr>
          </a:p>
          <a:p>
            <a:pPr marL="0" indent="0">
              <a:lnSpc>
                <a:spcPct val="90000"/>
              </a:lnSpc>
              <a:buNone/>
            </a:pPr>
            <a:r>
              <a:rPr lang="en-US" sz="1400" b="1">
                <a:ea typeface="+mn-lt"/>
                <a:cs typeface="+mn-lt"/>
              </a:rPr>
              <a:t>Sensor Inputs:</a:t>
            </a:r>
            <a:endParaRPr lang="en-US" sz="1400">
              <a:ea typeface="Calibri"/>
              <a:cs typeface="Arial" panose="020B0604020202020204"/>
            </a:endParaRPr>
          </a:p>
          <a:p>
            <a:pPr marL="344170" indent="-344170" algn="just">
              <a:lnSpc>
                <a:spcPct val="90000"/>
              </a:lnSpc>
            </a:pPr>
            <a:r>
              <a:rPr lang="en-US" sz="1400">
                <a:ea typeface="+mn-lt"/>
                <a:cs typeface="+mn-lt"/>
              </a:rPr>
              <a:t>Radar is used to calculate the control force necessary for maintaining a safe following distance. Each truck will receive this information about the truck directly ahead of it and the one directly behind it. This in conjunction with distance is used to modulate speed, ensuring safe and efficient coordination within the platoon.</a:t>
            </a:r>
          </a:p>
          <a:p>
            <a:pPr marL="344170" indent="-344170" algn="just">
              <a:lnSpc>
                <a:spcPct val="90000"/>
              </a:lnSpc>
            </a:pPr>
            <a:r>
              <a:rPr lang="en-US" sz="1400">
                <a:ea typeface="+mn-lt"/>
                <a:cs typeface="+mn-lt"/>
              </a:rPr>
              <a:t>LiDAR is used to detect and track cars cutting in ahead of the truck by providing data on their position and trajectory. Each truck detects the presence of vehicles extraneous to the platoon and takes adaptive decision accordingly.</a:t>
            </a:r>
            <a:endParaRPr lang="en-US" sz="1400">
              <a:ea typeface="Calibri"/>
              <a:cs typeface="Calibri"/>
            </a:endParaRPr>
          </a:p>
        </p:txBody>
      </p:sp>
    </p:spTree>
    <p:extLst>
      <p:ext uri="{BB962C8B-B14F-4D97-AF65-F5344CB8AC3E}">
        <p14:creationId xmlns:p14="http://schemas.microsoft.com/office/powerpoint/2010/main" val="182252485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a:blip r:embed="rId2"/>
          <a:stretch/>
        </a:blip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2413EE8-2DB8-58D7-D483-3A2CAC888030}"/>
              </a:ext>
            </a:extLst>
          </p:cNvPr>
          <p:cNvSpPr>
            <a:spLocks noGrp="1"/>
          </p:cNvSpPr>
          <p:nvPr>
            <p:ph idx="1"/>
          </p:nvPr>
        </p:nvSpPr>
        <p:spPr>
          <a:xfrm>
            <a:off x="701844" y="948832"/>
            <a:ext cx="6282266" cy="3649133"/>
          </a:xfrm>
        </p:spPr>
        <p:txBody>
          <a:bodyPr vert="horz" lIns="91440" tIns="45720" rIns="91440" bIns="45720" rtlCol="0" anchor="ctr">
            <a:noAutofit/>
          </a:bodyPr>
          <a:lstStyle/>
          <a:p>
            <a:pPr marL="0" indent="0">
              <a:lnSpc>
                <a:spcPct val="90000"/>
              </a:lnSpc>
              <a:buNone/>
            </a:pPr>
            <a:r>
              <a:rPr lang="en-US" sz="1600" b="1" u="sng">
                <a:ea typeface="+mn-lt"/>
                <a:cs typeface="+mn-lt"/>
              </a:rPr>
              <a:t>CAR MODEL:</a:t>
            </a:r>
            <a:endParaRPr lang="en-US" sz="1600" b="1" u="sng">
              <a:ea typeface="Calibri"/>
              <a:cs typeface="Arial" panose="020B0604020202020204"/>
            </a:endParaRPr>
          </a:p>
          <a:p>
            <a:pPr marL="0" indent="0">
              <a:lnSpc>
                <a:spcPct val="90000"/>
              </a:lnSpc>
              <a:buNone/>
            </a:pPr>
            <a:r>
              <a:rPr lang="en-US" sz="1600" b="1">
                <a:ea typeface="+mn-lt"/>
                <a:cs typeface="+mn-lt"/>
              </a:rPr>
              <a:t>Physical Parameters:</a:t>
            </a:r>
            <a:endParaRPr lang="en-US" sz="1600" b="1">
              <a:ea typeface="Calibri"/>
              <a:cs typeface="Arial" panose="020B0604020202020204"/>
            </a:endParaRPr>
          </a:p>
          <a:p>
            <a:pPr marL="344170" indent="-344170">
              <a:lnSpc>
                <a:spcPct val="90000"/>
              </a:lnSpc>
            </a:pPr>
            <a:r>
              <a:rPr lang="en-US" sz="1600">
                <a:ea typeface="+mn-lt"/>
                <a:cs typeface="+mn-lt"/>
              </a:rPr>
              <a:t>Mass (m): 1,500 kg, typical for a passenger vehicle.</a:t>
            </a:r>
            <a:endParaRPr lang="en-US" sz="1600">
              <a:ea typeface="Calibri"/>
              <a:cs typeface="Calibri"/>
            </a:endParaRPr>
          </a:p>
          <a:p>
            <a:pPr marL="344170" indent="-344170">
              <a:lnSpc>
                <a:spcPct val="90000"/>
              </a:lnSpc>
            </a:pPr>
            <a:r>
              <a:rPr lang="en-US" sz="1600">
                <a:ea typeface="+mn-lt"/>
                <a:cs typeface="+mn-lt"/>
              </a:rPr>
              <a:t>Gravity, Drag Coefficient, Frontal Area, Air Density: Parameters are set appropriately for a smaller, more aerodynamic vehicle compared to the truck.</a:t>
            </a:r>
            <a:endParaRPr lang="en-US" sz="1600">
              <a:ea typeface="Calibri"/>
              <a:cs typeface="Calibri"/>
            </a:endParaRPr>
          </a:p>
          <a:p>
            <a:pPr marL="0" indent="0">
              <a:lnSpc>
                <a:spcPct val="90000"/>
              </a:lnSpc>
              <a:buNone/>
            </a:pPr>
            <a:r>
              <a:rPr lang="en-US" sz="1600" b="1">
                <a:ea typeface="+mn-lt"/>
                <a:cs typeface="+mn-lt"/>
              </a:rPr>
              <a:t>Physical Forces Acting on the Car:</a:t>
            </a:r>
            <a:endParaRPr lang="en-US" sz="1600" b="1">
              <a:ea typeface="Calibri"/>
              <a:cs typeface="Arial" panose="020B0604020202020204"/>
            </a:endParaRPr>
          </a:p>
          <a:p>
            <a:pPr marL="344170" indent="-344170">
              <a:lnSpc>
                <a:spcPct val="90000"/>
              </a:lnSpc>
            </a:pPr>
            <a:r>
              <a:rPr lang="en-US" sz="1600">
                <a:ea typeface="+mn-lt"/>
                <a:cs typeface="+mn-lt"/>
              </a:rPr>
              <a:t>Drag Resistance (Dx): Calculated similarly to the truck but with different parameters to reflect the car's aerodynamics.</a:t>
            </a:r>
            <a:endParaRPr lang="en-US" sz="1600">
              <a:ea typeface="Calibri"/>
              <a:cs typeface="Calibri"/>
            </a:endParaRPr>
          </a:p>
          <a:p>
            <a:pPr marL="344170" indent="-344170">
              <a:lnSpc>
                <a:spcPct val="90000"/>
              </a:lnSpc>
            </a:pPr>
            <a:r>
              <a:rPr lang="en-US" sz="1600">
                <a:ea typeface="+mn-lt"/>
                <a:cs typeface="+mn-lt"/>
              </a:rPr>
              <a:t>Rolling Resistance (Rx): Also simplified to zero.</a:t>
            </a:r>
            <a:endParaRPr lang="en-US" sz="1600">
              <a:ea typeface="Calibri"/>
              <a:cs typeface="Calibri"/>
            </a:endParaRPr>
          </a:p>
          <a:p>
            <a:pPr marL="344170" indent="-344170">
              <a:lnSpc>
                <a:spcPct val="90000"/>
              </a:lnSpc>
            </a:pPr>
            <a:r>
              <a:rPr lang="en-US" sz="1600">
                <a:ea typeface="+mn-lt"/>
                <a:cs typeface="+mn-lt"/>
              </a:rPr>
              <a:t>Gravity Force (Gx): Calculated similarly, based on road slope, which is zero in the given scenario.</a:t>
            </a:r>
            <a:endParaRPr lang="en-US" sz="1600">
              <a:ea typeface="Calibri"/>
              <a:cs typeface="Calibri"/>
            </a:endParaRPr>
          </a:p>
          <a:p>
            <a:pPr marL="0" indent="0">
              <a:lnSpc>
                <a:spcPct val="90000"/>
              </a:lnSpc>
              <a:buNone/>
            </a:pPr>
            <a:r>
              <a:rPr lang="en-US" sz="1600" b="1">
                <a:ea typeface="+mn-lt"/>
                <a:cs typeface="+mn-lt"/>
              </a:rPr>
              <a:t>Control System:</a:t>
            </a:r>
            <a:endParaRPr lang="en-US" sz="1600" b="1">
              <a:ea typeface="Calibri"/>
              <a:cs typeface="Calibri"/>
            </a:endParaRPr>
          </a:p>
          <a:p>
            <a:pPr marL="344170" indent="-344170">
              <a:lnSpc>
                <a:spcPct val="90000"/>
              </a:lnSpc>
            </a:pPr>
            <a:r>
              <a:rPr lang="en-US" sz="1600">
                <a:ea typeface="+mn-lt"/>
                <a:cs typeface="+mn-lt"/>
              </a:rPr>
              <a:t>Cruise Control (Car): Uses a similar control system to the truck's leader, maintaining a reference speed.</a:t>
            </a:r>
            <a:endParaRPr lang="en-US" sz="1600">
              <a:ea typeface="Calibri"/>
              <a:cs typeface="Calibri"/>
            </a:endParaRPr>
          </a:p>
        </p:txBody>
      </p:sp>
      <p:pic>
        <p:nvPicPr>
          <p:cNvPr id="7" name="Graphic 6" descr="Electric Car">
            <a:extLst>
              <a:ext uri="{FF2B5EF4-FFF2-40B4-BE49-F238E27FC236}">
                <a16:creationId xmlns:a16="http://schemas.microsoft.com/office/drawing/2014/main" id="{65FF2B35-650F-34C3-DCAA-D207B373F5FC}"/>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7590936" y="1668042"/>
            <a:ext cx="3445714" cy="3445714"/>
          </a:xfrm>
          <a:prstGeom prst="roundRect">
            <a:avLst>
              <a:gd name="adj" fmla="val 4380"/>
            </a:avLst>
          </a:prstGeom>
          <a:ln w="50800" cap="sq" cmpd="dbl">
            <a:gradFill flip="none" rotWithShape="1">
              <a:gsLst>
                <a:gs pos="0">
                  <a:srgbClr val="FFFFFF"/>
                </a:gs>
                <a:gs pos="100000">
                  <a:schemeClr val="tx1">
                    <a:alpha val="0"/>
                  </a:schemeClr>
                </a:gs>
              </a:gsLst>
              <a:path path="circle">
                <a:fillToRect l="50000" t="50000" r="50000" b="50000"/>
              </a:path>
              <a:tileRect/>
            </a:gradFill>
            <a:miter lim="800000"/>
          </a:ln>
          <a:effectLst>
            <a:outerShdw blurRad="254000" algn="tl" rotWithShape="0">
              <a:srgbClr val="000000">
                <a:alpha val="43000"/>
              </a:srgbClr>
            </a:outerShdw>
          </a:effectLst>
        </p:spPr>
      </p:pic>
      <p:pic>
        <p:nvPicPr>
          <p:cNvPr id="2" name="Picture 1" descr="A purple rectangle with black lines&#10;&#10;Description automatically generated">
            <a:extLst>
              <a:ext uri="{FF2B5EF4-FFF2-40B4-BE49-F238E27FC236}">
                <a16:creationId xmlns:a16="http://schemas.microsoft.com/office/drawing/2014/main" id="{11D2941E-814D-0821-3954-41F839F6C03A}"/>
              </a:ext>
            </a:extLst>
          </p:cNvPr>
          <p:cNvPicPr>
            <a:picLocks noChangeAspect="1"/>
          </p:cNvPicPr>
          <p:nvPr/>
        </p:nvPicPr>
        <p:blipFill>
          <a:blip r:embed="rId5"/>
          <a:stretch>
            <a:fillRect/>
          </a:stretch>
        </p:blipFill>
        <p:spPr>
          <a:xfrm>
            <a:off x="1038726" y="5302417"/>
            <a:ext cx="5943600" cy="1162050"/>
          </a:xfrm>
          <a:prstGeom prst="rect">
            <a:avLst/>
          </a:prstGeom>
        </p:spPr>
      </p:pic>
    </p:spTree>
    <p:extLst>
      <p:ext uri="{BB962C8B-B14F-4D97-AF65-F5344CB8AC3E}">
        <p14:creationId xmlns:p14="http://schemas.microsoft.com/office/powerpoint/2010/main" val="378791972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blipFill>
          <a:blip r:embed="rId2"/>
          <a:stretch/>
        </a:blip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50E53EDA-3B94-4F6B-9E86-D3BB9EBB961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7DA0F7B-BFB9-0757-7C29-486A3743E118}"/>
              </a:ext>
            </a:extLst>
          </p:cNvPr>
          <p:cNvSpPr>
            <a:spLocks noGrp="1"/>
          </p:cNvSpPr>
          <p:nvPr>
            <p:ph type="title"/>
          </p:nvPr>
        </p:nvSpPr>
        <p:spPr>
          <a:xfrm>
            <a:off x="685799" y="1150076"/>
            <a:ext cx="3659389" cy="4557849"/>
          </a:xfrm>
        </p:spPr>
        <p:txBody>
          <a:bodyPr>
            <a:normAutofit/>
          </a:bodyPr>
          <a:lstStyle/>
          <a:p>
            <a:pPr algn="ctr"/>
            <a:r>
              <a:rPr lang="en-US" b="1">
                <a:ea typeface="Calibri Light"/>
                <a:cs typeface="Calibri Light"/>
              </a:rPr>
              <a:t>Implementation</a:t>
            </a:r>
            <a:br>
              <a:rPr lang="en-US" b="1">
                <a:ea typeface="Calibri Light"/>
                <a:cs typeface="Calibri Light"/>
              </a:rPr>
            </a:br>
            <a:r>
              <a:rPr lang="en-US" b="1">
                <a:ea typeface="Calibri Light"/>
                <a:cs typeface="Calibri Light"/>
              </a:rPr>
              <a:t>AND</a:t>
            </a:r>
            <a:br>
              <a:rPr lang="en-US" b="1">
                <a:ea typeface="Calibri Light"/>
                <a:cs typeface="Calibri Light"/>
              </a:rPr>
            </a:br>
            <a:r>
              <a:rPr lang="en-US" b="1">
                <a:ea typeface="Calibri Light"/>
                <a:cs typeface="Calibri Light"/>
              </a:rPr>
              <a:t>DEMO</a:t>
            </a:r>
            <a:endParaRPr lang="en-US"/>
          </a:p>
        </p:txBody>
      </p:sp>
      <p:cxnSp>
        <p:nvCxnSpPr>
          <p:cNvPr id="10" name="Straight Connector 9">
            <a:extLst>
              <a:ext uri="{FF2B5EF4-FFF2-40B4-BE49-F238E27FC236}">
                <a16:creationId xmlns:a16="http://schemas.microsoft.com/office/drawing/2014/main" id="{30EFD79F-7790-479B-B7DB-BD0D8C101DD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666923" y="1668780"/>
            <a:ext cx="0" cy="3520440"/>
          </a:xfrm>
          <a:prstGeom prst="line">
            <a:avLst/>
          </a:prstGeom>
          <a:ln w="19050"/>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9B581A4D-6CFA-D553-9AB1-57ACA4392AE2}"/>
              </a:ext>
            </a:extLst>
          </p:cNvPr>
          <p:cNvSpPr>
            <a:spLocks noGrp="1"/>
          </p:cNvSpPr>
          <p:nvPr>
            <p:ph idx="1"/>
          </p:nvPr>
        </p:nvSpPr>
        <p:spPr>
          <a:xfrm>
            <a:off x="4830484" y="1844365"/>
            <a:ext cx="7064500" cy="3987083"/>
          </a:xfrm>
        </p:spPr>
        <p:txBody>
          <a:bodyPr>
            <a:normAutofit/>
          </a:bodyPr>
          <a:lstStyle/>
          <a:p>
            <a:pPr marL="0" indent="0" algn="just">
              <a:buNone/>
            </a:pPr>
            <a:r>
              <a:rPr lang="en-US" b="1">
                <a:ea typeface="Calibri"/>
                <a:cs typeface="Calibri"/>
              </a:rPr>
              <a:t>SCENARIOS</a:t>
            </a:r>
          </a:p>
          <a:p>
            <a:pPr marL="342900" indent="-342900" algn="just">
              <a:buClr>
                <a:srgbClr val="FFFFFF"/>
              </a:buClr>
              <a:buAutoNum type="arabicPeriod"/>
            </a:pPr>
            <a:r>
              <a:rPr lang="en-US" b="1">
                <a:ea typeface="Calibri"/>
                <a:cs typeface="Calibri"/>
              </a:rPr>
              <a:t>Truck platoon formation for optimal platoon spacing and</a:t>
            </a:r>
            <a:r>
              <a:rPr lang="en-US" b="1"/>
              <a:t> safety</a:t>
            </a:r>
            <a:endParaRPr lang="en-US" b="1">
              <a:ea typeface="Calibri"/>
              <a:cs typeface="Calibri"/>
            </a:endParaRPr>
          </a:p>
          <a:p>
            <a:pPr marL="342900" indent="-342900" algn="just">
              <a:buClr>
                <a:srgbClr val="FFFFFF"/>
              </a:buClr>
              <a:buAutoNum type="arabicPeriod"/>
            </a:pPr>
            <a:r>
              <a:rPr lang="en-US" b="1">
                <a:ea typeface="+mn-lt"/>
                <a:cs typeface="+mn-lt"/>
              </a:rPr>
              <a:t>Trucks dynamically adjust speeds using sensors to accommodate intervening cars, maintaining platoon integrity and safe distances.</a:t>
            </a:r>
          </a:p>
          <a:p>
            <a:pPr marL="342900" indent="-342900" algn="just">
              <a:buClr>
                <a:srgbClr val="FFFFFF"/>
              </a:buClr>
              <a:buAutoNum type="arabicPeriod"/>
            </a:pPr>
            <a:r>
              <a:rPr lang="en-US" b="1">
                <a:ea typeface="+mn-lt"/>
                <a:cs typeface="+mn-lt"/>
              </a:rPr>
              <a:t>Truck platoon executes coordinated emergency braking in response to a car coming to halt, demonstrating the effectiveness of integrated collision avoidance systems in maintaining convoy safety.</a:t>
            </a:r>
          </a:p>
          <a:p>
            <a:pPr marL="342900" indent="-342900" algn="just">
              <a:buClr>
                <a:srgbClr val="FFFFFF"/>
              </a:buClr>
              <a:buAutoNum type="arabicPeriod"/>
            </a:pPr>
            <a:r>
              <a:rPr lang="en-US" b="1">
                <a:ea typeface="Calibri" panose="020F0502020204030204"/>
                <a:cs typeface="Calibri" panose="020F0502020204030204"/>
              </a:rPr>
              <a:t>Truck platoon performs a coordinated lane change to circumvent an obstacle, utilizing sensors and synchronized movements. </a:t>
            </a:r>
            <a:br>
              <a:rPr lang="en-US" b="1"/>
            </a:br>
            <a:endParaRPr lang="en-US" b="1">
              <a:ea typeface="Calibri" panose="020F0502020204030204"/>
              <a:cs typeface="Calibri" panose="020F0502020204030204"/>
            </a:endParaRPr>
          </a:p>
          <a:p>
            <a:pPr algn="just">
              <a:buClr>
                <a:srgbClr val="FFFFFF"/>
              </a:buClr>
              <a:buAutoNum type="arabicPeriod"/>
            </a:pPr>
            <a:endParaRPr lang="en-US" b="1">
              <a:ea typeface="Calibri" panose="020F0502020204030204"/>
              <a:cs typeface="Calibri" panose="020F0502020204030204"/>
            </a:endParaRPr>
          </a:p>
        </p:txBody>
      </p:sp>
    </p:spTree>
    <p:extLst>
      <p:ext uri="{BB962C8B-B14F-4D97-AF65-F5344CB8AC3E}">
        <p14:creationId xmlns:p14="http://schemas.microsoft.com/office/powerpoint/2010/main" val="59313664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blipFill>
          <a:blip r:embed="rId2"/>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2D7F32-2802-B01D-DD1E-974ABDD45749}"/>
              </a:ext>
            </a:extLst>
          </p:cNvPr>
          <p:cNvSpPr>
            <a:spLocks noGrp="1"/>
          </p:cNvSpPr>
          <p:nvPr>
            <p:ph type="title"/>
          </p:nvPr>
        </p:nvSpPr>
        <p:spPr>
          <a:xfrm>
            <a:off x="4955458" y="639097"/>
            <a:ext cx="6593075" cy="1612490"/>
          </a:xfrm>
        </p:spPr>
        <p:txBody>
          <a:bodyPr>
            <a:normAutofit/>
          </a:bodyPr>
          <a:lstStyle/>
          <a:p>
            <a:r>
              <a:rPr lang="en-US" b="1">
                <a:ea typeface="Calibri Light"/>
                <a:cs typeface="Calibri Light"/>
              </a:rPr>
              <a:t>CONCLUSION</a:t>
            </a:r>
          </a:p>
        </p:txBody>
      </p:sp>
      <p:pic>
        <p:nvPicPr>
          <p:cNvPr id="5" name="Picture 4" descr="White bulbs with a yellow one standing out">
            <a:extLst>
              <a:ext uri="{FF2B5EF4-FFF2-40B4-BE49-F238E27FC236}">
                <a16:creationId xmlns:a16="http://schemas.microsoft.com/office/drawing/2014/main" id="{0EFBBED4-426D-6757-9BA0-63658B558D9A}"/>
              </a:ext>
            </a:extLst>
          </p:cNvPr>
          <p:cNvPicPr>
            <a:picLocks noChangeAspect="1"/>
          </p:cNvPicPr>
          <p:nvPr/>
        </p:nvPicPr>
        <p:blipFill rotWithShape="1">
          <a:blip r:embed="rId3"/>
          <a:srcRect l="37427" r="17516" b="-3"/>
          <a:stretch/>
        </p:blipFill>
        <p:spPr>
          <a:xfrm>
            <a:off x="20" y="975"/>
            <a:ext cx="4635988" cy="6858000"/>
          </a:xfrm>
          <a:prstGeom prst="rect">
            <a:avLst/>
          </a:prstGeom>
        </p:spPr>
      </p:pic>
      <p:sp>
        <p:nvSpPr>
          <p:cNvPr id="3" name="Content Placeholder 2">
            <a:extLst>
              <a:ext uri="{FF2B5EF4-FFF2-40B4-BE49-F238E27FC236}">
                <a16:creationId xmlns:a16="http://schemas.microsoft.com/office/drawing/2014/main" id="{F4C7911D-E4C8-3392-4F65-DD4B81448DDA}"/>
              </a:ext>
            </a:extLst>
          </p:cNvPr>
          <p:cNvSpPr>
            <a:spLocks noGrp="1"/>
          </p:cNvSpPr>
          <p:nvPr>
            <p:ph idx="1"/>
          </p:nvPr>
        </p:nvSpPr>
        <p:spPr>
          <a:xfrm>
            <a:off x="4955458" y="2078763"/>
            <a:ext cx="6593075" cy="4145056"/>
          </a:xfrm>
        </p:spPr>
        <p:txBody>
          <a:bodyPr>
            <a:normAutofit lnSpcReduction="10000"/>
          </a:bodyPr>
          <a:lstStyle/>
          <a:p>
            <a:pPr algn="just">
              <a:lnSpc>
                <a:spcPct val="90000"/>
              </a:lnSpc>
            </a:pPr>
            <a:r>
              <a:rPr lang="en-US" sz="1600">
                <a:ea typeface="+mn-lt"/>
                <a:cs typeface="+mn-lt"/>
              </a:rPr>
              <a:t>In conclusion, the journey of developing and evaluating a dynamic decision-making framework for autonomous truck platooning has been marked by significant technological advancements and operational insights. The convergence of simulation modeling, algorithmic evaluation, and economic analysis has provided a holistic view of the framework's capabilities and potential benefits. </a:t>
            </a:r>
            <a:endParaRPr lang="en-US" sz="1600">
              <a:ea typeface="Calibri" panose="020F0502020204030204"/>
              <a:cs typeface="Calibri" panose="020F0502020204030204"/>
            </a:endParaRPr>
          </a:p>
          <a:p>
            <a:pPr algn="just">
              <a:lnSpc>
                <a:spcPct val="90000"/>
              </a:lnSpc>
              <a:buClr>
                <a:srgbClr val="FFFFFF"/>
              </a:buClr>
            </a:pPr>
            <a:r>
              <a:rPr lang="en-US" sz="1600">
                <a:ea typeface="+mn-lt"/>
                <a:cs typeface="+mn-lt"/>
              </a:rPr>
              <a:t>Moving forward, continued research and development efforts will be paramount in further refining and validating the framework. This entails addressing key challenges such as scalability, regulatory compliance, and infrastructure readiness. </a:t>
            </a:r>
          </a:p>
          <a:p>
            <a:pPr algn="just">
              <a:lnSpc>
                <a:spcPct val="90000"/>
              </a:lnSpc>
              <a:buClr>
                <a:srgbClr val="FFFFFF"/>
              </a:buClr>
            </a:pPr>
            <a:r>
              <a:rPr lang="en-US" sz="1600">
                <a:ea typeface="+mn-lt"/>
                <a:cs typeface="+mn-lt"/>
              </a:rPr>
              <a:t>Collaborative endeavors between academia, industry stakeholders, and regulatory bodies will be essential in navigating these challenges and unlocking the full potential of autonomous truck platooning systems.</a:t>
            </a:r>
            <a:endParaRPr lang="en-US" sz="1600">
              <a:ea typeface="Calibri"/>
              <a:cs typeface="Calibri"/>
            </a:endParaRPr>
          </a:p>
          <a:p>
            <a:pPr algn="just">
              <a:lnSpc>
                <a:spcPct val="90000"/>
              </a:lnSpc>
              <a:buClr>
                <a:srgbClr val="FFFFFF"/>
              </a:buClr>
            </a:pPr>
            <a:r>
              <a:rPr lang="en-US" sz="1600">
                <a:ea typeface="+mn-lt"/>
                <a:cs typeface="+mn-lt"/>
              </a:rPr>
              <a:t>Ultimately, the success of this project heralds a new era in autonomous trucking, where fuel efficiency, safety, and operational excellence converge to shape the future of freight transportation.</a:t>
            </a:r>
            <a:br>
              <a:rPr lang="en-US" sz="1600"/>
            </a:br>
            <a:endParaRPr lang="en-US" sz="1600">
              <a:ea typeface="Calibri"/>
              <a:cs typeface="Calibri"/>
            </a:endParaRPr>
          </a:p>
        </p:txBody>
      </p:sp>
    </p:spTree>
    <p:extLst>
      <p:ext uri="{BB962C8B-B14F-4D97-AF65-F5344CB8AC3E}">
        <p14:creationId xmlns:p14="http://schemas.microsoft.com/office/powerpoint/2010/main" val="316207034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blipFill>
          <a:blip r:embed="rId2"/>
          <a:stretch/>
        </a:blip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18BD78ED-75E1-4879-B369-BC61F7C45E22}"/>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useBgFill="1">
        <p:nvSpPr>
          <p:cNvPr id="9" name="Rectangle 8">
            <a:extLst>
              <a:ext uri="{FF2B5EF4-FFF2-40B4-BE49-F238E27FC236}">
                <a16:creationId xmlns:a16="http://schemas.microsoft.com/office/drawing/2014/main" id="{DF43132E-D4DF-4A83-9344-A782D0F5D9F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429D934-7C0F-AF54-051A-61FEEF814731}"/>
              </a:ext>
            </a:extLst>
          </p:cNvPr>
          <p:cNvSpPr>
            <a:spLocks noGrp="1"/>
          </p:cNvSpPr>
          <p:nvPr>
            <p:ph type="title"/>
          </p:nvPr>
        </p:nvSpPr>
        <p:spPr>
          <a:xfrm>
            <a:off x="1031875" y="1212935"/>
            <a:ext cx="6020177" cy="4432130"/>
          </a:xfrm>
        </p:spPr>
        <p:txBody>
          <a:bodyPr vert="horz" lIns="91440" tIns="45720" rIns="91440" bIns="45720" rtlCol="0" anchor="ctr">
            <a:normAutofit/>
          </a:bodyPr>
          <a:lstStyle/>
          <a:p>
            <a:pPr algn="r"/>
            <a:r>
              <a:rPr lang="en-US" sz="6000"/>
              <a:t>THANK YOU</a:t>
            </a:r>
            <a:br>
              <a:rPr lang="en-US" sz="6000"/>
            </a:br>
            <a:endParaRPr lang="en-US" sz="6000">
              <a:ea typeface="Calibri Light"/>
              <a:cs typeface="Calibri Light"/>
            </a:endParaRPr>
          </a:p>
        </p:txBody>
      </p:sp>
      <p:cxnSp>
        <p:nvCxnSpPr>
          <p:cNvPr id="11" name="Straight Connector 10">
            <a:extLst>
              <a:ext uri="{FF2B5EF4-FFF2-40B4-BE49-F238E27FC236}">
                <a16:creationId xmlns:a16="http://schemas.microsoft.com/office/drawing/2014/main" id="{6AA24BC1-1577-4586-AD7A-417660E37253}"/>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534656" y="1668780"/>
            <a:ext cx="0" cy="3520440"/>
          </a:xfrm>
          <a:prstGeom prst="line">
            <a:avLst/>
          </a:prstGeom>
          <a:ln w="19050"/>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EB274E19-86FE-E63D-B125-6C36208788C4}"/>
              </a:ext>
            </a:extLst>
          </p:cNvPr>
          <p:cNvSpPr txBox="1"/>
          <p:nvPr/>
        </p:nvSpPr>
        <p:spPr>
          <a:xfrm>
            <a:off x="7818235" y="3126759"/>
            <a:ext cx="4267054" cy="193899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6000">
                <a:latin typeface="Calibri Light"/>
                <a:ea typeface="Calibri Light"/>
                <a:cs typeface="Calibri Light"/>
              </a:rPr>
              <a:t>ANY QUESTIONS?</a:t>
            </a:r>
          </a:p>
        </p:txBody>
      </p:sp>
    </p:spTree>
    <p:extLst>
      <p:ext uri="{BB962C8B-B14F-4D97-AF65-F5344CB8AC3E}">
        <p14:creationId xmlns:p14="http://schemas.microsoft.com/office/powerpoint/2010/main" val="1188177608"/>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elestial">
  <a:themeElements>
    <a:clrScheme name="Celestial">
      <a:dk1>
        <a:sysClr val="windowText" lastClr="000000"/>
      </a:dk1>
      <a:lt1>
        <a:sysClr val="window" lastClr="FFFFFF"/>
      </a:lt1>
      <a:dk2>
        <a:srgbClr val="18276C"/>
      </a:dk2>
      <a:lt2>
        <a:srgbClr val="EBEBEB"/>
      </a:lt2>
      <a:accent1>
        <a:srgbClr val="AC3EC1"/>
      </a:accent1>
      <a:accent2>
        <a:srgbClr val="477BD1"/>
      </a:accent2>
      <a:accent3>
        <a:srgbClr val="46B298"/>
      </a:accent3>
      <a:accent4>
        <a:srgbClr val="90BA4C"/>
      </a:accent4>
      <a:accent5>
        <a:srgbClr val="DD9D31"/>
      </a:accent5>
      <a:accent6>
        <a:srgbClr val="E25247"/>
      </a:accent6>
      <a:hlink>
        <a:srgbClr val="C573D2"/>
      </a:hlink>
      <a:folHlink>
        <a:srgbClr val="CCAEE8"/>
      </a:folHlink>
    </a:clrScheme>
    <a:fontScheme name="Celestial">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elestial">
      <a:fillStyleLst>
        <a:solidFill>
          <a:schemeClr val="phClr"/>
        </a:solidFill>
        <a:gradFill rotWithShape="1">
          <a:gsLst>
            <a:gs pos="0">
              <a:schemeClr val="phClr">
                <a:tint val="70000"/>
                <a:lumMod val="110000"/>
              </a:schemeClr>
            </a:gs>
            <a:gs pos="100000">
              <a:schemeClr val="phClr">
                <a:tint val="82000"/>
                <a:alpha val="74000"/>
              </a:schemeClr>
            </a:gs>
          </a:gsLst>
          <a:lin ang="5400000" scaled="0"/>
        </a:gradFill>
        <a:gradFill rotWithShape="1">
          <a:gsLst>
            <a:gs pos="0">
              <a:schemeClr val="phClr">
                <a:tint val="98000"/>
                <a:lumMod val="100000"/>
              </a:schemeClr>
            </a:gs>
            <a:gs pos="100000">
              <a:schemeClr val="phClr">
                <a:shade val="88000"/>
                <a:lumMod val="88000"/>
              </a:schemeClr>
            </a:gs>
          </a:gsLst>
          <a:lin ang="5400000" scaled="1"/>
        </a:gradFill>
      </a:fillStyleLst>
      <a:lnStyleLst>
        <a:ln w="9525"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50800" dist="38100" dir="5400000" rotWithShape="0">
              <a:srgbClr val="000000">
                <a:alpha val="35000"/>
              </a:srgbClr>
            </a:outerShdw>
          </a:effectLst>
        </a:effectStyle>
        <a:effectStyle>
          <a:effectLst>
            <a:outerShdw blurRad="63500" dist="38100" dir="5400000" rotWithShape="0">
              <a:srgbClr val="000000">
                <a:alpha val="65000"/>
              </a:srgbClr>
            </a:outerShdw>
          </a:effectLst>
          <a:scene3d>
            <a:camera prst="orthographicFront">
              <a:rot lat="0" lon="0" rev="0"/>
            </a:camera>
            <a:lightRig rig="threePt" dir="tl">
              <a:rot lat="0" lon="0" rev="1200000"/>
            </a:lightRig>
          </a:scene3d>
          <a:sp3d>
            <a:bevelT w="38100" h="12700"/>
          </a:sp3d>
        </a:effectStyle>
      </a:effectStyleLst>
      <a:bgFillStyleLst>
        <a:solidFill>
          <a:schemeClr val="phClr"/>
        </a:solidFill>
        <a:gradFill rotWithShape="1">
          <a:gsLst>
            <a:gs pos="0">
              <a:schemeClr val="phClr">
                <a:tint val="90000"/>
                <a:shade val="96000"/>
                <a:hueMod val="100000"/>
                <a:satMod val="180000"/>
                <a:lumMod val="110000"/>
              </a:schemeClr>
            </a:gs>
            <a:gs pos="100000">
              <a:schemeClr val="phClr">
                <a:shade val="96000"/>
                <a:satMod val="160000"/>
                <a:lumMod val="100000"/>
              </a:schemeClr>
            </a:gs>
          </a:gsLst>
          <a:lin ang="4740000" scaled="1"/>
        </a:gradFill>
        <a:blipFill>
          <a:blip xmlns:r="http://schemas.openxmlformats.org/officeDocument/2006/relationships" r:embed="rId1"/>
          <a:stretch/>
        </a:blipFill>
      </a:bgFillStyleLst>
    </a:fmtScheme>
  </a:themeElements>
  <a:objectDefaults/>
  <a:extraClrSchemeLst/>
  <a:extLst>
    <a:ext uri="{05A4C25C-085E-4340-85A3-A5531E510DB2}">
      <thm15:themeFamily xmlns:thm15="http://schemas.microsoft.com/office/thememl/2012/main" name="Celestial" id="{C4BB2A3D-0E93-4C5F-B0D2-9D3FCE089CC5}" vid="{42E5908D-19A2-46FD-89FA-638B126129EF}"/>
    </a:ext>
  </a:extLst>
</a:theme>
</file>

<file path=docProps/app.xml><?xml version="1.0" encoding="utf-8"?>
<Properties xmlns="http://schemas.openxmlformats.org/officeDocument/2006/extended-properties" xmlns:vt="http://schemas.openxmlformats.org/officeDocument/2006/docPropsVTypes">
  <Template>office theme</Template>
  <Application>Microsoft Office PowerPoint</Application>
  <PresentationFormat>Widescreen</PresentationFormat>
  <Slides>9</Slides>
  <Notes>0</Notes>
  <HiddenSlides>0</HiddenSlides>
  <ScaleCrop>false</ScaleCrop>
  <HeadingPairs>
    <vt:vector size="4" baseType="variant">
      <vt:variant>
        <vt:lpstr>Theme</vt:lpstr>
      </vt:variant>
      <vt:variant>
        <vt:i4>1</vt:i4>
      </vt:variant>
      <vt:variant>
        <vt:lpstr>Slide Titles</vt:lpstr>
      </vt:variant>
      <vt:variant>
        <vt:i4>9</vt:i4>
      </vt:variant>
    </vt:vector>
  </HeadingPairs>
  <TitlesOfParts>
    <vt:vector size="10" baseType="lpstr">
      <vt:lpstr>Celestial</vt:lpstr>
      <vt:lpstr> Dynamic Decision-Making in Autonomous Truck Platooning: Balancing Efficiency and Safety on Highways    </vt:lpstr>
      <vt:lpstr>OVERVIEW OF TRUCK PLATOONING</vt:lpstr>
      <vt:lpstr>OBJECTIVE OF OUR PROJECT</vt:lpstr>
      <vt:lpstr>SIMULATION ENVIRONMENT SETUP - MATLAB</vt:lpstr>
      <vt:lpstr>PowerPoint Presentation</vt:lpstr>
      <vt:lpstr>PowerPoint Presentation</vt:lpstr>
      <vt:lpstr>Implementation AND DEMO</vt:lpstr>
      <vt:lpstr>CONCLUSION</vt:lpstr>
      <vt:lpstr>THANK YOU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
  <cp:revision>10</cp:revision>
  <dcterms:created xsi:type="dcterms:W3CDTF">2013-07-15T20:26:40Z</dcterms:created>
  <dcterms:modified xsi:type="dcterms:W3CDTF">2024-04-24T13:50:35Z</dcterms:modified>
</cp:coreProperties>
</file>